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90">
          <p15:clr>
            <a:srgbClr val="A4A3A4"/>
          </p15:clr>
        </p15:guide>
        <p15:guide id="2" pos="2479">
          <p15:clr>
            <a:srgbClr val="A4A3A4"/>
          </p15:clr>
        </p15:guide>
        <p15:guide id="3" orient="horz" pos="482">
          <p15:clr>
            <a:srgbClr val="A4A3A4"/>
          </p15:clr>
        </p15:guide>
        <p15:guide id="4" orient="horz" pos="1162">
          <p15:clr>
            <a:srgbClr val="A4A3A4"/>
          </p15:clr>
        </p15:guide>
        <p15:guide id="5" orient="horz" pos="1366">
          <p15:clr>
            <a:srgbClr val="A4A3A4"/>
          </p15:clr>
        </p15:guide>
        <p15:guide id="6" pos="5518">
          <p15:clr>
            <a:srgbClr val="A4A3A4"/>
          </p15:clr>
        </p15:guide>
        <p15:guide id="7" orient="horz" pos="2341">
          <p15:clr>
            <a:srgbClr val="A4A3A4"/>
          </p15:clr>
        </p15:guide>
        <p15:guide id="8" orient="horz" pos="2591">
          <p15:clr>
            <a:srgbClr val="A4A3A4"/>
          </p15:clr>
        </p15:guide>
        <p15:guide id="9" orient="horz" pos="2523">
          <p15:clr>
            <a:srgbClr val="A4A3A4"/>
          </p15:clr>
        </p15:guide>
        <p15:guide id="10" pos="6698">
          <p15:clr>
            <a:srgbClr val="A4A3A4"/>
          </p15:clr>
        </p15:guide>
        <p15:guide id="11" orient="horz" pos="1117">
          <p15:clr>
            <a:srgbClr val="A4A3A4"/>
          </p15:clr>
        </p15:guide>
        <p15:guide id="12" orient="horz" pos="436">
          <p15:clr>
            <a:srgbClr val="A4A3A4"/>
          </p15:clr>
        </p15:guide>
        <p15:guide id="13" pos="5450">
          <p15:clr>
            <a:srgbClr val="A4A3A4"/>
          </p15:clr>
        </p15:guide>
        <p15:guide id="14" orient="horz" pos="1253">
          <p15:clr>
            <a:srgbClr val="A4A3A4"/>
          </p15:clr>
        </p15:guide>
        <p15:guide id="15" pos="6176">
          <p15:clr>
            <a:srgbClr val="A4A3A4"/>
          </p15:clr>
        </p15:guide>
        <p15:guide id="16" pos="1527">
          <p15:clr>
            <a:srgbClr val="A4A3A4"/>
          </p15:clr>
        </p15:guide>
        <p15:guide id="17" pos="3092">
          <p15:clr>
            <a:srgbClr val="A4A3A4"/>
          </p15:clr>
        </p15:guide>
        <p15:guide id="18" pos="5382">
          <p15:clr>
            <a:srgbClr val="A4A3A4"/>
          </p15:clr>
        </p15:guide>
        <p15:guide id="19" pos="960">
          <p15:clr>
            <a:srgbClr val="A4A3A4"/>
          </p15:clr>
        </p15:guide>
        <p15:guide id="20" pos="2434">
          <p15:clr>
            <a:srgbClr val="A4A3A4"/>
          </p15:clr>
        </p15:guide>
        <p15:guide id="21" orient="horz" pos="2047">
          <p15:clr>
            <a:srgbClr val="A4A3A4"/>
          </p15:clr>
        </p15:guide>
        <p15:guide id="22" pos="1277">
          <p15:clr>
            <a:srgbClr val="A4A3A4"/>
          </p15:clr>
        </p15:guide>
        <p15:guide id="23" pos="40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02"/>
      </p:cViewPr>
      <p:guideLst>
        <p:guide orient="horz" pos="3090"/>
        <p:guide pos="2479"/>
        <p:guide orient="horz" pos="482"/>
        <p:guide orient="horz" pos="1162"/>
        <p:guide orient="horz" pos="1366"/>
        <p:guide pos="5518"/>
        <p:guide orient="horz" pos="2341"/>
        <p:guide orient="horz" pos="2591"/>
        <p:guide orient="horz" pos="2523"/>
        <p:guide pos="6698"/>
        <p:guide orient="horz" pos="1117"/>
        <p:guide orient="horz" pos="436"/>
        <p:guide pos="5450"/>
        <p:guide orient="horz" pos="1253"/>
        <p:guide pos="6176"/>
        <p:guide pos="1527"/>
        <p:guide pos="3092"/>
        <p:guide pos="5382"/>
        <p:guide pos="960"/>
        <p:guide pos="2434"/>
        <p:guide orient="horz" pos="2047"/>
        <p:guide pos="1277"/>
        <p:guide pos="40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6800" cy="46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Количество студентов</c:v>
                </c:pt>
              </c:strCache>
            </c:strRef>
          </c:tx>
          <c:dPt>
            <c:idx val="0"/>
            <c:bubble3D val="0"/>
            <c:spPr bwMode="auto"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5DF-408F-B89F-8EA3AA207E34}"/>
              </c:ext>
            </c:extLst>
          </c:dPt>
          <c:dPt>
            <c:idx val="1"/>
            <c:bubble3D val="0"/>
            <c:spPr bwMode="auto">
              <a:prstGeom prst="rect">
                <a:avLst/>
              </a:prstGeom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5DF-408F-B89F-8EA3AA207E34}"/>
              </c:ext>
            </c:extLst>
          </c:dPt>
          <c:dPt>
            <c:idx val="2"/>
            <c:bubble3D val="0"/>
            <c:spPr bwMode="auto">
              <a:prstGeom prst="rect">
                <a:avLst/>
              </a:prstGeom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5DF-408F-B89F-8EA3AA207E34}"/>
              </c:ext>
            </c:extLst>
          </c:dPt>
          <c:dPt>
            <c:idx val="3"/>
            <c:bubble3D val="0"/>
            <c:spPr bwMode="auto">
              <a:prstGeom prst="rect">
                <a:avLst/>
              </a:prstGeom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5DF-408F-B89F-8EA3AA207E34}"/>
              </c:ext>
            </c:extLst>
          </c:dPt>
          <c:dLbls>
            <c:dLbl>
              <c:idx val="0"/>
              <c:layout>
                <c:manualLayout>
                  <c:x val="0.10929899999999999"/>
                  <c:y val="-7.9469999999999999E-2"/>
                </c:manualLayout>
              </c:layout>
              <c:tx>
                <c:rich>
                  <a:bodyPr/>
                  <a:lstStyle/>
                  <a:p>
                    <a:fld id="{222C9431-C49C-41CE-B702-243F5295118F}" type="CATEGORYNAME">
                      <a:rPr lang="ru-RU">
                        <a:latin typeface="Arial"/>
                      </a:rPr>
                      <a:pPr/>
                      <a:t>[ИМЯ КАТЕГОРИИ]</a:t>
                    </a:fld>
                    <a:br>
                      <a:rPr lang="ru-RU">
                        <a:latin typeface="Arial"/>
                      </a:rPr>
                    </a:br>
                    <a:fld id="{3D99569E-15B2-42EE-8D21-9CC0DBA6A767}" type="PERCENTAGE">
                      <a:rPr lang="ru-RU">
                        <a:latin typeface="Arial"/>
                      </a:rPr>
                      <a:pPr/>
                      <a:t>[ПРОЦЕНТ]</a:t>
                    </a:fld>
                    <a:endParaRPr lang="ru-RU">
                      <a:latin typeface="Arial"/>
                    </a:endParaRPr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extLst xmlns:c14="http://schemas.microsoft.com/office/drawing/2007/8/2/chart" xmlns:c15="http://schemas.microsoft.com/office/drawing/2012/chart" xmlns:mc="http://schemas.openxmlformats.org/markup-compatibility/2006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B5DF-408F-B89F-8EA3AA207E34}"/>
                </c:ext>
              </c:extLst>
            </c:dLbl>
            <c:dLbl>
              <c:idx val="1"/>
              <c:layout>
                <c:manualLayout>
                  <c:x val="0.14103099999999999"/>
                  <c:y val="7.6526999999999998E-2"/>
                </c:manualLayout>
              </c:layout>
              <c:tx>
                <c:rich>
                  <a:bodyPr/>
                  <a:lstStyle/>
                  <a:p>
                    <a:fld id="{0EFC67D0-64F5-4550-81ED-CE9B4692AE96}" type="CATEGORYNAME">
                      <a:rPr lang="ru-RU">
                        <a:latin typeface="Arial"/>
                      </a:rPr>
                      <a:pPr/>
                      <a:t>[ИМЯ КАТЕГОРИИ]</a:t>
                    </a:fld>
                    <a:br>
                      <a:rPr lang="ru-RU">
                        <a:latin typeface="Arial"/>
                      </a:rPr>
                    </a:br>
                    <a:fld id="{DC81D13B-ADC6-43D9-8959-DEF5A4933B30}" type="PERCENTAGE">
                      <a:rPr lang="ru-RU">
                        <a:latin typeface="Arial"/>
                      </a:rPr>
                      <a:pPr/>
                      <a:t>[ПРОЦЕНТ]</a:t>
                    </a:fld>
                    <a:endParaRPr lang="ru-RU">
                      <a:latin typeface="Arial"/>
                    </a:endParaRPr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extLst xmlns:c14="http://schemas.microsoft.com/office/drawing/2007/8/2/chart" xmlns:c15="http://schemas.microsoft.com/office/drawing/2012/chart" xmlns:mc="http://schemas.openxmlformats.org/markup-compatibility/2006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B5DF-408F-B89F-8EA3AA207E34}"/>
                </c:ext>
              </c:extLst>
            </c:dLbl>
            <c:dLbl>
              <c:idx val="2"/>
              <c:layout>
                <c:manualLayout>
                  <c:x val="-0.12692800000000001"/>
                  <c:y val="4.4150000000000002E-2"/>
                </c:manualLayout>
              </c:layout>
              <c:tx>
                <c:rich>
                  <a:bodyPr/>
                  <a:lstStyle/>
                  <a:p>
                    <a:fld id="{67A09FEA-6F58-4337-BA2B-4D8EAD30F7A1}" type="CATEGORYNAME">
                      <a:rPr lang="ru-RU">
                        <a:latin typeface="Arial"/>
                      </a:rPr>
                      <a:pPr/>
                      <a:t>[ИМЯ КАТЕГОРИИ]</a:t>
                    </a:fld>
                    <a:br>
                      <a:rPr lang="ru-RU">
                        <a:latin typeface="Arial"/>
                      </a:rPr>
                    </a:br>
                    <a:fld id="{9C1A5D22-3822-4CB4-B3AA-D1C8A939FE3E}" type="PERCENTAGE">
                      <a:rPr lang="ru-RU">
                        <a:latin typeface="Arial"/>
                      </a:rPr>
                      <a:pPr/>
                      <a:t>[ПРОЦЕНТ]</a:t>
                    </a:fld>
                    <a:endParaRPr lang="ru-RU">
                      <a:latin typeface="Arial"/>
                    </a:endParaRPr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extLst xmlns:c14="http://schemas.microsoft.com/office/drawing/2007/8/2/chart" xmlns:c15="http://schemas.microsoft.com/office/drawing/2012/chart" xmlns:mc="http://schemas.openxmlformats.org/markup-compatibility/2006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B5DF-408F-B89F-8EA3AA207E34}"/>
                </c:ext>
              </c:extLst>
            </c:dLbl>
            <c:dLbl>
              <c:idx val="3"/>
              <c:layout>
                <c:manualLayout>
                  <c:x val="-0.15160899999999999"/>
                  <c:y val="-7.6526999999999998E-2"/>
                </c:manualLayout>
              </c:layout>
              <c:tx>
                <c:rich>
                  <a:bodyPr/>
                  <a:lstStyle/>
                  <a:p>
                    <a:fld id="{7B7F8190-4799-4B82-A719-09E9C2AF9811}" type="CATEGORYNAME">
                      <a:rPr lang="ru-RU">
                        <a:latin typeface="Arial"/>
                      </a:rPr>
                      <a:pPr/>
                      <a:t>[ИМЯ КАТЕГОРИИ]</a:t>
                    </a:fld>
                    <a:br>
                      <a:rPr lang="ru-RU">
                        <a:latin typeface="Arial"/>
                      </a:rPr>
                    </a:br>
                    <a:fld id="{D2D48D7A-976E-4375-8B92-681E7443E21D}" type="PERCENTAGE">
                      <a:rPr lang="ru-RU">
                        <a:latin typeface="Arial"/>
                      </a:rPr>
                      <a:pPr/>
                      <a:t>[ПРОЦЕНТ]</a:t>
                    </a:fld>
                    <a:endParaRPr lang="ru-RU">
                      <a:latin typeface="Arial"/>
                    </a:endParaRPr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extLst xmlns:c14="http://schemas.microsoft.com/office/drawing/2007/8/2/chart" xmlns:c15="http://schemas.microsoft.com/office/drawing/2012/chart" xmlns:mc="http://schemas.openxmlformats.org/markup-compatibility/2006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B5DF-408F-B89F-8EA3AA207E3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Лист1!$A$2:$A$5</c:f>
              <c:strCache>
                <c:ptCount val="4"/>
                <c:pt idx="0">
                  <c:v>1 курс</c:v>
                </c:pt>
                <c:pt idx="1">
                  <c:v>2 курс</c:v>
                </c:pt>
                <c:pt idx="2">
                  <c:v>3 курс</c:v>
                </c:pt>
                <c:pt idx="3">
                  <c:v>4 курс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1200</c:v>
                </c:pt>
                <c:pt idx="1">
                  <c:v>1140</c:v>
                </c:pt>
                <c:pt idx="2">
                  <c:v>995</c:v>
                </c:pt>
                <c:pt idx="3">
                  <c:v>937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5DF-408F-B89F-8EA3AA207E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prstGeom prst="rect">
          <a:avLst/>
        </a:prstGeom>
        <a:noFill/>
        <a:ln>
          <a:noFill/>
        </a:ln>
        <a:effectLst/>
      </c:spPr>
    </c:plotArea>
    <c:plotVisOnly val="1"/>
    <c:dispBlanksAs val="gap"/>
    <c:showDLblsOverMax val="0"/>
  </c:chart>
  <c:spPr bwMode="auto">
    <a:xfrm>
      <a:off x="469900" y="1993901"/>
      <a:ext cx="3322640" cy="4178300"/>
    </a:xfrm>
    <a:prstGeom prst="rect">
      <a:avLst/>
    </a:prstGeom>
    <a:noFill/>
    <a:ln w="9525" cap="flat" cmpd="sng" algn="ctr">
      <a:noFill/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BDF-4152-9F61-7C3B317CD12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+mn-ea"/>
                    <a:cs typeface="Arial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Лист1!$A$2:$A$5</c:f>
              <c:strCache>
                <c:ptCount val="4"/>
                <c:pt idx="0">
                  <c:v>1 курс</c:v>
                </c:pt>
                <c:pt idx="1">
                  <c:v>2 курс</c:v>
                </c:pt>
                <c:pt idx="2">
                  <c:v>3 курс</c:v>
                </c:pt>
                <c:pt idx="3">
                  <c:v>4 курс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1200</c:v>
                </c:pt>
                <c:pt idx="1">
                  <c:v>1140</c:v>
                </c:pt>
                <c:pt idx="2">
                  <c:v>995</c:v>
                </c:pt>
                <c:pt idx="3">
                  <c:v>937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BDF-4152-9F61-7C3B317CD1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9"/>
        <c:overlap val="-55"/>
        <c:axId val="430983632"/>
        <c:axId val="430984112"/>
      </c:barChart>
      <c:catAx>
        <c:axId val="430983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pPr>
            <a:endParaRPr lang="ru-RU"/>
          </a:p>
        </c:txPr>
        <c:crossAx val="430984112"/>
        <c:crosses val="autoZero"/>
        <c:auto val="1"/>
        <c:lblAlgn val="ctr"/>
        <c:lblOffset val="100"/>
        <c:noMultiLvlLbl val="0"/>
      </c:catAx>
      <c:valAx>
        <c:axId val="4309841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30983632"/>
        <c:crosses val="autoZero"/>
        <c:crossBetween val="between"/>
      </c:valAx>
      <c:spPr>
        <a:prstGeom prst="rect">
          <a:avLst/>
        </a:prstGeom>
        <a:noFill/>
        <a:ln>
          <a:noFill/>
        </a:ln>
        <a:effectLst/>
      </c:spPr>
    </c:plotArea>
    <c:plotVisOnly val="1"/>
    <c:dispBlanksAs val="gap"/>
    <c:showDLblsOverMax val="0"/>
  </c:chart>
  <c:spPr bwMode="auto">
    <a:xfrm>
      <a:off x="4449763" y="2171700"/>
      <a:ext cx="3322637" cy="4000500"/>
    </a:xfrm>
    <a:prstGeom prst="rect">
      <a:avLst/>
    </a:prstGeom>
    <a:noFill/>
    <a:ln w="9525" cap="flat" cmpd="sng" algn="ctr">
      <a:noFill/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 bwMode="auto">
            <a:prstGeom prst="rect">
              <a:avLst/>
            </a:prstGeom>
            <a:ln w="3810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+mn-ea"/>
                    <a:cs typeface="Arial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Лист1!$A$2:$A$5</c:f>
              <c:strCache>
                <c:ptCount val="4"/>
                <c:pt idx="0">
                  <c:v>1 курс</c:v>
                </c:pt>
                <c:pt idx="1">
                  <c:v>2 курс</c:v>
                </c:pt>
                <c:pt idx="2">
                  <c:v>3 курс</c:v>
                </c:pt>
                <c:pt idx="3">
                  <c:v>4 курс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1200</c:v>
                </c:pt>
                <c:pt idx="1">
                  <c:v>1140</c:v>
                </c:pt>
                <c:pt idx="2">
                  <c:v>995</c:v>
                </c:pt>
                <c:pt idx="3">
                  <c:v>937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A29-4592-85B9-F4FAE8B445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56854240"/>
        <c:axId val="456857120"/>
      </c:lineChart>
      <c:catAx>
        <c:axId val="4568542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pPr>
            <a:endParaRPr lang="ru-RU"/>
          </a:p>
        </c:txPr>
        <c:crossAx val="456857120"/>
        <c:crosses val="autoZero"/>
        <c:auto val="1"/>
        <c:lblAlgn val="ctr"/>
        <c:lblOffset val="100"/>
        <c:noMultiLvlLbl val="0"/>
      </c:catAx>
      <c:valAx>
        <c:axId val="45685712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56854240"/>
        <c:crosses val="autoZero"/>
        <c:crossBetween val="between"/>
      </c:valAx>
      <c:spPr>
        <a:prstGeom prst="rect">
          <a:avLst/>
        </a:prstGeom>
        <a:noFill/>
        <a:ln>
          <a:noFill/>
        </a:ln>
        <a:effectLst/>
      </c:spPr>
    </c:plotArea>
    <c:plotVisOnly val="1"/>
    <c:dispBlanksAs val="gap"/>
    <c:showDLblsOverMax val="0"/>
  </c:chart>
  <c:spPr bwMode="auto">
    <a:xfrm>
      <a:off x="8399463" y="2171700"/>
      <a:ext cx="3348037" cy="4000500"/>
    </a:xfrm>
    <a:prstGeom prst="rect">
      <a:avLst/>
    </a:prstGeom>
    <a:noFill/>
    <a:ln w="9525" cap="flat" cmpd="sng" algn="ctr">
      <a:noFill/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MarkerLayout/>
  <cs:dataPointWirefram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5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MarkerLayout/>
  <cs:dataPointWirefram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5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solidFill>
        <a:schemeClr val="phClr"/>
      </a:solidFill>
      <a:ln w="9525">
        <a:solidFill>
          <a:schemeClr val="phClr"/>
        </a:solidFill>
      </a:ln>
    </cs:spPr>
  </cs:dataPointMarker>
  <cs:dataPointMarkerLayout/>
  <cs:dataPointWirefram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492704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1080814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FBE26D7A-F5EB-4C23-8032-E31C77D84C5A}" type="datetimeFigureOut">
              <a:rPr lang="ru-RU"/>
              <a:t>23.05.2026</a:t>
            </a:fld>
            <a:endParaRPr lang="ru-RU"/>
          </a:p>
        </p:txBody>
      </p:sp>
      <p:sp>
        <p:nvSpPr>
          <p:cNvPr id="49581720" name="Образ слайда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2092478297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83616478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87132364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23B3B5DC-1A24-4803-AA36-26180B22D0F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Arial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Arial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Arial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Arial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F89786-005E-3184-630A-B331B9AABEAF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AB87F5-1EC5-9A5A-FDC7-9466D3C664BE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74E3A6-B0CE-63EC-6C19-FD94AB7F5794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0A9EAF-B167-2AFB-CA41-E6847D37E3C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203598-7D48-0460-1301-304B5FDDB8DE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6B2C63-B02F-E69A-BF4F-6D31CA98CC36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8B9FB8-7E54-CB07-3396-BFEFEE4DEF18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56026E-CAF4-8CBE-32D3-F7A8871B3EE4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109FEF-7512-4648-393E-1B0B03DFEEEA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D666BC-1D99-D455-4AEF-6E2A56331794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D2CC23-E37A-407C-4F41-2E0CA5DA2582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4.bin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5.bin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5.bin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5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Базов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407523353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1407523353" name="Object 8" hidden="1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2841115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6000" y="82550"/>
            <a:ext cx="10277095" cy="738664"/>
          </a:xfrm>
        </p:spPr>
        <p:txBody>
          <a:bodyPr vert="horz"/>
          <a:lstStyle>
            <a:lvl1pPr>
              <a:defRPr b="1"/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1150536874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1903049342" name="Прямая соединительная линия 1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1631927488" name="Группа 2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5" name="Полилиния: фигура 4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8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1" name="Полилиния: фигура 10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2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6" name="Полилиния: фигура 15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7" name="Полилиния: фигура 16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Цвета подразделений и основного бре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313869060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313869060" name="Object 8" hidden="1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3464710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6000" y="82550"/>
            <a:ext cx="10277095" cy="369332"/>
          </a:xfrm>
        </p:spPr>
        <p:txBody>
          <a:bodyPr vert="horz"/>
          <a:lstStyle>
            <a:lvl1pPr>
              <a:defRPr b="1"/>
            </a:lvl1pPr>
          </a:lstStyle>
          <a:p>
            <a:pPr>
              <a:defRPr/>
            </a:pPr>
            <a:r>
              <a:rPr lang="ru-RU"/>
              <a:t>Корпоративные цвета РТУ МИРЭА</a:t>
            </a:r>
            <a:endParaRPr/>
          </a:p>
        </p:txBody>
      </p:sp>
      <p:sp>
        <p:nvSpPr>
          <p:cNvPr id="556057113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2112036529" name="Прямая соединительная линия 1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619104590" name="Группа 2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5" name="Полилиния: фигура 4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8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1" name="Полилиния: фигура 10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2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6" name="Полилиния: фигура 15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7" name="Полилиния: фигура 16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040434091" name="Прямоугольник: скругленные углы 27"/>
          <p:cNvSpPr/>
          <p:nvPr userDrawn="1"/>
        </p:nvSpPr>
        <p:spPr bwMode="auto">
          <a:xfrm rot="10800000">
            <a:off x="10185451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EBB800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610775889" name="Прямоугольник: скругленные углы 28"/>
          <p:cNvSpPr/>
          <p:nvPr userDrawn="1"/>
        </p:nvSpPr>
        <p:spPr bwMode="auto">
          <a:xfrm>
            <a:off x="10201038" y="2471500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F2DB7A"/>
              </a:gs>
              <a:gs pos="38021">
                <a:srgbClr val="EBB800"/>
              </a:gs>
              <a:gs pos="73698">
                <a:srgbClr val="EBB800"/>
              </a:gs>
              <a:gs pos="90577">
                <a:srgbClr val="BB940E"/>
              </a:gs>
              <a:gs pos="100000">
                <a:srgbClr val="A98714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802253658" name="Прямоугольник: скругленные углы 29"/>
          <p:cNvSpPr/>
          <p:nvPr userDrawn="1"/>
        </p:nvSpPr>
        <p:spPr bwMode="auto">
          <a:xfrm rot="10800000">
            <a:off x="7973503" y="3480819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B44728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777673487" name="Прямоугольник: скругленные углы 30"/>
          <p:cNvSpPr/>
          <p:nvPr userDrawn="1"/>
        </p:nvSpPr>
        <p:spPr bwMode="auto">
          <a:xfrm>
            <a:off x="7992734" y="4083057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F08362"/>
              </a:gs>
              <a:gs pos="38021">
                <a:srgbClr val="B44629"/>
              </a:gs>
              <a:gs pos="73698">
                <a:srgbClr val="B44629"/>
              </a:gs>
              <a:gs pos="79608">
                <a:srgbClr val="AB3820"/>
              </a:gs>
              <a:gs pos="93147">
                <a:srgbClr val="941D0F"/>
              </a:gs>
              <a:gs pos="100000">
                <a:srgbClr val="8A120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847067670" name="Прямоугольник: скругленные углы 31"/>
          <p:cNvSpPr/>
          <p:nvPr userDrawn="1"/>
        </p:nvSpPr>
        <p:spPr bwMode="auto">
          <a:xfrm rot="10800000">
            <a:off x="5761555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741E6C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83238374" name="Прямоугольник: скругленные углы 32"/>
          <p:cNvSpPr/>
          <p:nvPr userDrawn="1"/>
        </p:nvSpPr>
        <p:spPr bwMode="auto">
          <a:xfrm>
            <a:off x="5761555" y="2452512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480B7"/>
              </a:gs>
              <a:gs pos="38021">
                <a:srgbClr val="741E6C"/>
              </a:gs>
              <a:gs pos="73698">
                <a:srgbClr val="712373"/>
              </a:gs>
              <a:gs pos="77903">
                <a:srgbClr val="6A226C"/>
              </a:gs>
              <a:gs pos="92575">
                <a:srgbClr val="551E56"/>
              </a:gs>
              <a:gs pos="100000">
                <a:srgbClr val="4E1D4E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268100305" name="Прямоугольник: скругленные углы 33"/>
          <p:cNvSpPr/>
          <p:nvPr userDrawn="1"/>
        </p:nvSpPr>
        <p:spPr bwMode="auto">
          <a:xfrm rot="10800000">
            <a:off x="7973503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006A81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2125598570" name="Прямоугольник: скругленные углы 34"/>
          <p:cNvSpPr/>
          <p:nvPr userDrawn="1"/>
        </p:nvSpPr>
        <p:spPr bwMode="auto">
          <a:xfrm>
            <a:off x="7973503" y="2480463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94CCD9"/>
              </a:gs>
              <a:gs pos="38021">
                <a:srgbClr val="006A81"/>
              </a:gs>
              <a:gs pos="73698">
                <a:srgbClr val="006A81"/>
              </a:gs>
              <a:gs pos="85466">
                <a:srgbClr val="00576A"/>
              </a:gs>
              <a:gs pos="94996">
                <a:srgbClr val="004859"/>
              </a:gs>
              <a:gs pos="100000">
                <a:srgbClr val="004352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961618848" name="Прямоугольник: скругленные углы 35"/>
          <p:cNvSpPr/>
          <p:nvPr userDrawn="1"/>
        </p:nvSpPr>
        <p:spPr bwMode="auto">
          <a:xfrm rot="10800000">
            <a:off x="3549609" y="3480819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B26397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299884850" name="Прямоугольник: скругленные углы 36"/>
          <p:cNvSpPr/>
          <p:nvPr userDrawn="1"/>
        </p:nvSpPr>
        <p:spPr bwMode="auto">
          <a:xfrm>
            <a:off x="3549608" y="4083057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823">
                <a:srgbClr val="D9A3CA"/>
              </a:gs>
              <a:gs pos="38021">
                <a:srgbClr val="B26397"/>
              </a:gs>
              <a:gs pos="69790">
                <a:srgbClr val="B26397"/>
              </a:gs>
              <a:gs pos="77763">
                <a:srgbClr val="A7528D"/>
              </a:gs>
              <a:gs pos="92473">
                <a:srgbClr val="933680"/>
              </a:gs>
              <a:gs pos="100000">
                <a:srgbClr val="8B2C7C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2112956091" name="Прямоугольник: скругленные углы 37"/>
          <p:cNvSpPr/>
          <p:nvPr userDrawn="1"/>
        </p:nvSpPr>
        <p:spPr bwMode="auto">
          <a:xfrm rot="10800000">
            <a:off x="5761555" y="3480819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706F6F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287461377" name="Прямоугольник: скругленные углы 38"/>
          <p:cNvSpPr/>
          <p:nvPr userDrawn="1"/>
        </p:nvSpPr>
        <p:spPr bwMode="auto">
          <a:xfrm>
            <a:off x="5784430" y="4083057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781">
                <a:srgbClr val="BDBCBC"/>
              </a:gs>
              <a:gs pos="38021">
                <a:srgbClr val="706F6F"/>
              </a:gs>
              <a:gs pos="73698">
                <a:srgbClr val="706F6F"/>
              </a:gs>
              <a:gs pos="89976">
                <a:srgbClr val="4E4E4D"/>
              </a:gs>
              <a:gs pos="100000">
                <a:srgbClr val="3C3C3B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50072642" name="Прямоугольник: скругленные углы 39"/>
          <p:cNvSpPr/>
          <p:nvPr userDrawn="1"/>
        </p:nvSpPr>
        <p:spPr bwMode="auto">
          <a:xfrm rot="10800000">
            <a:off x="6914701" y="5381153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F0CF8C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349670311" name="Прямоугольник: скругленные углы 40"/>
          <p:cNvSpPr/>
          <p:nvPr userDrawn="1"/>
        </p:nvSpPr>
        <p:spPr bwMode="auto">
          <a:xfrm>
            <a:off x="6906718" y="5957884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F2DDA8"/>
              </a:gs>
              <a:gs pos="38542">
                <a:srgbClr val="F0CF8C"/>
              </a:gs>
              <a:gs pos="73698">
                <a:srgbClr val="F0CF8C"/>
              </a:gs>
              <a:gs pos="78722">
                <a:srgbClr val="EECB88"/>
              </a:gs>
              <a:gs pos="100000">
                <a:srgbClr val="E5BD7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802706614" name="Прямоугольник: скругленные углы 41"/>
          <p:cNvSpPr/>
          <p:nvPr userDrawn="1"/>
        </p:nvSpPr>
        <p:spPr bwMode="auto">
          <a:xfrm rot="10800000">
            <a:off x="10185450" y="3480820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3E378D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029065506" name="Прямоугольник: скругленные углы 42"/>
          <p:cNvSpPr/>
          <p:nvPr userDrawn="1"/>
        </p:nvSpPr>
        <p:spPr bwMode="auto">
          <a:xfrm>
            <a:off x="10201038" y="4083057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989DC0"/>
              </a:gs>
              <a:gs pos="38542">
                <a:srgbClr val="3E378D"/>
              </a:gs>
              <a:gs pos="73698">
                <a:srgbClr val="3E378D"/>
              </a:gs>
              <a:gs pos="80968">
                <a:srgbClr val="38327D"/>
              </a:gs>
              <a:gs pos="93429">
                <a:srgbClr val="2E2B67"/>
              </a:gs>
              <a:gs pos="100000">
                <a:srgbClr val="2A295F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771156219" name="Прямоугольник: скругленные углы 43"/>
          <p:cNvSpPr/>
          <p:nvPr userDrawn="1"/>
        </p:nvSpPr>
        <p:spPr bwMode="auto">
          <a:xfrm rot="10800000">
            <a:off x="3549609" y="5403126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EA7125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027410212" name="Прямоугольник: скругленные углы 44"/>
          <p:cNvSpPr/>
          <p:nvPr userDrawn="1"/>
        </p:nvSpPr>
        <p:spPr bwMode="auto">
          <a:xfrm>
            <a:off x="3549608" y="5970069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2344">
                <a:srgbClr val="F0B789"/>
              </a:gs>
              <a:gs pos="38021">
                <a:srgbClr val="EA7125"/>
              </a:gs>
              <a:gs pos="73698">
                <a:srgbClr val="EA7125"/>
              </a:gs>
              <a:gs pos="83550">
                <a:srgbClr val="CE651F"/>
              </a:gs>
              <a:gs pos="94318">
                <a:srgbClr val="B2591A"/>
              </a:gs>
              <a:gs pos="100000">
                <a:srgbClr val="A8541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571627924" name="Прямоугольник: скругленные углы 45"/>
          <p:cNvSpPr/>
          <p:nvPr userDrawn="1"/>
        </p:nvSpPr>
        <p:spPr bwMode="auto">
          <a:xfrm rot="10800000">
            <a:off x="3549608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007935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262978360" name="Прямоугольник: скругленные углы 46"/>
          <p:cNvSpPr/>
          <p:nvPr userDrawn="1"/>
        </p:nvSpPr>
        <p:spPr bwMode="auto">
          <a:xfrm>
            <a:off x="3549608" y="2458720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A4CD85"/>
              </a:gs>
              <a:gs pos="38021">
                <a:srgbClr val="007935"/>
              </a:gs>
              <a:gs pos="73698">
                <a:srgbClr val="007935"/>
              </a:gs>
              <a:gs pos="74932">
                <a:srgbClr val="007734"/>
              </a:gs>
              <a:gs pos="86756">
                <a:srgbClr val="006029"/>
              </a:gs>
              <a:gs pos="95441">
                <a:srgbClr val="005021"/>
              </a:gs>
              <a:gs pos="100000">
                <a:srgbClr val="00491D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712482947" name="Прямоугольник: скругленные углы 47"/>
          <p:cNvSpPr/>
          <p:nvPr userDrawn="1"/>
        </p:nvSpPr>
        <p:spPr bwMode="auto">
          <a:xfrm rot="10800000">
            <a:off x="342961" y="261879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5FC1CF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565587755" name="Прямоугольник: скругленные углы 48"/>
          <p:cNvSpPr/>
          <p:nvPr userDrawn="1"/>
        </p:nvSpPr>
        <p:spPr bwMode="auto">
          <a:xfrm rot="10800000">
            <a:off x="342960" y="3272660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43817439" name="Прямоугольник: скругленные углы 49"/>
          <p:cNvSpPr/>
          <p:nvPr userDrawn="1"/>
        </p:nvSpPr>
        <p:spPr bwMode="auto">
          <a:xfrm rot="10800000">
            <a:off x="342961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355CA8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065744483" name="Прямоугольник: скругленные углы 50"/>
          <p:cNvSpPr/>
          <p:nvPr userDrawn="1"/>
        </p:nvSpPr>
        <p:spPr bwMode="auto">
          <a:xfrm>
            <a:off x="342960" y="3836551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8430">
                <a:srgbClr val="5FC1CF"/>
              </a:gs>
              <a:gs pos="56704">
                <a:srgbClr val="3772B3"/>
              </a:gs>
              <a:gs pos="84412">
                <a:srgbClr val="355CA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515242143" name="TextBox 51"/>
          <p:cNvSpPr txBox="1"/>
          <p:nvPr userDrawn="1"/>
        </p:nvSpPr>
        <p:spPr bwMode="auto">
          <a:xfrm>
            <a:off x="342960" y="2275453"/>
            <a:ext cx="1656000" cy="220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  <a:defRPr/>
            </a:pPr>
            <a:r>
              <a:rPr lang="ru-RU" sz="1000">
                <a:latin typeface="Arial"/>
              </a:rPr>
              <a:t>Основной цвет</a:t>
            </a:r>
            <a:endParaRPr/>
          </a:p>
        </p:txBody>
      </p:sp>
      <p:sp>
        <p:nvSpPr>
          <p:cNvPr id="2141894268" name="TextBox 52"/>
          <p:cNvSpPr txBox="1"/>
          <p:nvPr userDrawn="1"/>
        </p:nvSpPr>
        <p:spPr bwMode="auto">
          <a:xfrm>
            <a:off x="342960" y="2987314"/>
            <a:ext cx="2948745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  <a:defRPr/>
            </a:pPr>
            <a:r>
              <a:rPr lang="ru-RU" sz="1000">
                <a:latin typeface="Arial"/>
              </a:rPr>
              <a:t>Дополнительный цвет</a:t>
            </a:r>
            <a:endParaRPr/>
          </a:p>
        </p:txBody>
      </p:sp>
      <p:sp>
        <p:nvSpPr>
          <p:cNvPr id="1671206707" name="TextBox 53"/>
          <p:cNvSpPr txBox="1"/>
          <p:nvPr userDrawn="1"/>
        </p:nvSpPr>
        <p:spPr bwMode="auto">
          <a:xfrm>
            <a:off x="336000" y="1286458"/>
            <a:ext cx="328638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Цвета университета</a:t>
            </a:r>
            <a:br>
              <a:rPr lang="ru-RU" sz="2400" baseline="30000">
                <a:latin typeface="Arial"/>
              </a:rPr>
            </a:br>
            <a:r>
              <a:rPr lang="ru-RU" sz="2400" baseline="30000">
                <a:latin typeface="Arial"/>
              </a:rPr>
              <a:t>и филиалов</a:t>
            </a:r>
            <a:endParaRPr/>
          </a:p>
        </p:txBody>
      </p:sp>
      <p:sp>
        <p:nvSpPr>
          <p:cNvPr id="1343393096" name="TextBox 54"/>
          <p:cNvSpPr txBox="1"/>
          <p:nvPr userDrawn="1"/>
        </p:nvSpPr>
        <p:spPr bwMode="auto">
          <a:xfrm>
            <a:off x="342960" y="4398897"/>
            <a:ext cx="2948745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  <a:defRPr/>
            </a:pPr>
            <a:r>
              <a:rPr lang="ru-RU" sz="1000">
                <a:latin typeface="Arial"/>
              </a:rPr>
              <a:t>Градиент</a:t>
            </a:r>
            <a:endParaRPr/>
          </a:p>
        </p:txBody>
      </p:sp>
      <p:sp>
        <p:nvSpPr>
          <p:cNvPr id="179748838" name="TextBox 55"/>
          <p:cNvSpPr txBox="1"/>
          <p:nvPr userDrawn="1"/>
        </p:nvSpPr>
        <p:spPr bwMode="auto">
          <a:xfrm>
            <a:off x="3549607" y="1312225"/>
            <a:ext cx="328638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Цвета институтов</a:t>
            </a:r>
            <a:endParaRPr/>
          </a:p>
        </p:txBody>
      </p:sp>
      <p:sp>
        <p:nvSpPr>
          <p:cNvPr id="1324161817" name="TextBox 56"/>
          <p:cNvSpPr txBox="1"/>
          <p:nvPr userDrawn="1"/>
        </p:nvSpPr>
        <p:spPr bwMode="auto">
          <a:xfrm>
            <a:off x="3549608" y="5108116"/>
            <a:ext cx="328638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Цвет колледжа</a:t>
            </a:r>
            <a:endParaRPr/>
          </a:p>
        </p:txBody>
      </p:sp>
      <p:sp>
        <p:nvSpPr>
          <p:cNvPr id="1037943813" name="TextBox 57"/>
          <p:cNvSpPr txBox="1"/>
          <p:nvPr userDrawn="1"/>
        </p:nvSpPr>
        <p:spPr bwMode="auto">
          <a:xfrm>
            <a:off x="6912299" y="5108115"/>
            <a:ext cx="5089201" cy="2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Цвет Института международного образования</a:t>
            </a:r>
            <a:endParaRPr/>
          </a:p>
          <a:p>
            <a:pPr>
              <a:defRPr/>
            </a:pPr>
            <a:endParaRPr lang="ru-RU" sz="2400" baseline="30000">
              <a:latin typeface="Arial"/>
            </a:endParaRPr>
          </a:p>
        </p:txBody>
      </p:sp>
      <p:sp>
        <p:nvSpPr>
          <p:cNvPr id="970418947" name="TextBox 59"/>
          <p:cNvSpPr txBox="1"/>
          <p:nvPr/>
        </p:nvSpPr>
        <p:spPr bwMode="auto">
          <a:xfrm>
            <a:off x="3549608" y="1695943"/>
            <a:ext cx="1908208" cy="254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ИИИ</a:t>
            </a:r>
            <a:endParaRPr/>
          </a:p>
        </p:txBody>
      </p:sp>
      <p:grpSp>
        <p:nvGrpSpPr>
          <p:cNvPr id="103303505" name="Группа 95"/>
          <p:cNvGrpSpPr/>
          <p:nvPr userDrawn="1"/>
        </p:nvGrpSpPr>
        <p:grpSpPr bwMode="auto">
          <a:xfrm>
            <a:off x="3549608" y="2263410"/>
            <a:ext cx="1089480" cy="860777"/>
            <a:chOff x="3549608" y="2263410"/>
            <a:chExt cx="1089480" cy="860777"/>
          </a:xfrm>
        </p:grpSpPr>
        <p:sp>
          <p:nvSpPr>
            <p:cNvPr id="61" name="TextBox 60"/>
            <p:cNvSpPr txBox="1"/>
            <p:nvPr/>
          </p:nvSpPr>
          <p:spPr bwMode="auto">
            <a:xfrm>
              <a:off x="3549608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62" name="TextBox 61"/>
            <p:cNvSpPr txBox="1"/>
            <p:nvPr/>
          </p:nvSpPr>
          <p:spPr bwMode="auto">
            <a:xfrm>
              <a:off x="3549608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sp>
        <p:nvSpPr>
          <p:cNvPr id="1342521266" name="TextBox 62"/>
          <p:cNvSpPr txBox="1"/>
          <p:nvPr userDrawn="1"/>
        </p:nvSpPr>
        <p:spPr bwMode="auto">
          <a:xfrm>
            <a:off x="342960" y="5185809"/>
            <a:ext cx="2298065" cy="646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Чтобы взять необходимый цвет на слайд, воспользуйтесь инструментом «Пипетка»</a:t>
            </a:r>
            <a:endParaRPr/>
          </a:p>
        </p:txBody>
      </p:sp>
      <p:grpSp>
        <p:nvGrpSpPr>
          <p:cNvPr id="1946623920" name="Группа 96"/>
          <p:cNvGrpSpPr/>
          <p:nvPr userDrawn="1"/>
        </p:nvGrpSpPr>
        <p:grpSpPr bwMode="auto">
          <a:xfrm>
            <a:off x="3549608" y="3292514"/>
            <a:ext cx="1908208" cy="1428244"/>
            <a:chOff x="3549608" y="3292514"/>
            <a:chExt cx="1908208" cy="1428244"/>
          </a:xfrm>
        </p:grpSpPr>
        <p:sp>
          <p:nvSpPr>
            <p:cNvPr id="65" name="TextBox 64"/>
            <p:cNvSpPr txBox="1"/>
            <p:nvPr/>
          </p:nvSpPr>
          <p:spPr bwMode="auto">
            <a:xfrm>
              <a:off x="3549608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ИТХТ</a:t>
              </a:r>
              <a:endParaRPr/>
            </a:p>
          </p:txBody>
        </p:sp>
        <p:sp>
          <p:nvSpPr>
            <p:cNvPr id="66" name="TextBox 65"/>
            <p:cNvSpPr txBox="1"/>
            <p:nvPr/>
          </p:nvSpPr>
          <p:spPr bwMode="auto">
            <a:xfrm>
              <a:off x="3549608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67" name="TextBox 66"/>
            <p:cNvSpPr txBox="1"/>
            <p:nvPr/>
          </p:nvSpPr>
          <p:spPr bwMode="auto">
            <a:xfrm>
              <a:off x="3549608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1605066978" name="Группа 67"/>
          <p:cNvGrpSpPr/>
          <p:nvPr userDrawn="1"/>
        </p:nvGrpSpPr>
        <p:grpSpPr bwMode="auto">
          <a:xfrm>
            <a:off x="5770294" y="1695943"/>
            <a:ext cx="1908208" cy="1428244"/>
            <a:chOff x="3549608" y="1695943"/>
            <a:chExt cx="1908208" cy="1428244"/>
          </a:xfrm>
        </p:grpSpPr>
        <p:sp>
          <p:nvSpPr>
            <p:cNvPr id="69" name="TextBox 68"/>
            <p:cNvSpPr txBox="1"/>
            <p:nvPr/>
          </p:nvSpPr>
          <p:spPr bwMode="auto">
            <a:xfrm>
              <a:off x="3549608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ИРИ</a:t>
              </a:r>
              <a:endParaRPr/>
            </a:p>
          </p:txBody>
        </p:sp>
        <p:sp>
          <p:nvSpPr>
            <p:cNvPr id="70" name="TextBox 69"/>
            <p:cNvSpPr txBox="1"/>
            <p:nvPr/>
          </p:nvSpPr>
          <p:spPr bwMode="auto">
            <a:xfrm>
              <a:off x="3568005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71" name="TextBox 70"/>
            <p:cNvSpPr txBox="1"/>
            <p:nvPr/>
          </p:nvSpPr>
          <p:spPr bwMode="auto">
            <a:xfrm>
              <a:off x="3568005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1585820" name="Группа 71"/>
          <p:cNvGrpSpPr/>
          <p:nvPr userDrawn="1"/>
        </p:nvGrpSpPr>
        <p:grpSpPr bwMode="auto">
          <a:xfrm>
            <a:off x="5770294" y="3292514"/>
            <a:ext cx="1908208" cy="1428244"/>
            <a:chOff x="3549608" y="1695943"/>
            <a:chExt cx="1908208" cy="1428244"/>
          </a:xfrm>
        </p:grpSpPr>
        <p:sp>
          <p:nvSpPr>
            <p:cNvPr id="73" name="TextBox 72"/>
            <p:cNvSpPr txBox="1"/>
            <p:nvPr/>
          </p:nvSpPr>
          <p:spPr bwMode="auto">
            <a:xfrm>
              <a:off x="3549608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ИИТ</a:t>
              </a:r>
              <a:endParaRPr/>
            </a:p>
          </p:txBody>
        </p:sp>
        <p:sp>
          <p:nvSpPr>
            <p:cNvPr id="74" name="TextBox 73"/>
            <p:cNvSpPr txBox="1"/>
            <p:nvPr/>
          </p:nvSpPr>
          <p:spPr bwMode="auto">
            <a:xfrm>
              <a:off x="3568005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75" name="TextBox 74"/>
            <p:cNvSpPr txBox="1"/>
            <p:nvPr/>
          </p:nvSpPr>
          <p:spPr bwMode="auto">
            <a:xfrm>
              <a:off x="3568005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251411285" name="Группа 91"/>
          <p:cNvGrpSpPr/>
          <p:nvPr userDrawn="1"/>
        </p:nvGrpSpPr>
        <p:grpSpPr bwMode="auto">
          <a:xfrm>
            <a:off x="7961951" y="1695943"/>
            <a:ext cx="1908208" cy="1428244"/>
            <a:chOff x="7961951" y="1695943"/>
            <a:chExt cx="1908208" cy="1428244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7961951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ИКБ</a:t>
              </a:r>
              <a:endParaRPr/>
            </a:p>
          </p:txBody>
        </p:sp>
        <p:sp>
          <p:nvSpPr>
            <p:cNvPr id="78" name="TextBox 77"/>
            <p:cNvSpPr txBox="1"/>
            <p:nvPr/>
          </p:nvSpPr>
          <p:spPr bwMode="auto">
            <a:xfrm>
              <a:off x="7961951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79" name="TextBox 78"/>
            <p:cNvSpPr txBox="1"/>
            <p:nvPr/>
          </p:nvSpPr>
          <p:spPr bwMode="auto">
            <a:xfrm>
              <a:off x="7961951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1975734779" name="Группа 92"/>
          <p:cNvGrpSpPr/>
          <p:nvPr userDrawn="1"/>
        </p:nvGrpSpPr>
        <p:grpSpPr bwMode="auto">
          <a:xfrm>
            <a:off x="7961951" y="3292514"/>
            <a:ext cx="1908208" cy="1428244"/>
            <a:chOff x="7961951" y="3292514"/>
            <a:chExt cx="1908208" cy="1428244"/>
          </a:xfrm>
        </p:grpSpPr>
        <p:sp>
          <p:nvSpPr>
            <p:cNvPr id="81" name="TextBox 80"/>
            <p:cNvSpPr txBox="1"/>
            <p:nvPr/>
          </p:nvSpPr>
          <p:spPr bwMode="auto">
            <a:xfrm>
              <a:off x="7961951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ИТУ</a:t>
              </a:r>
              <a:endParaRPr/>
            </a:p>
          </p:txBody>
        </p:sp>
        <p:sp>
          <p:nvSpPr>
            <p:cNvPr id="82" name="TextBox 81"/>
            <p:cNvSpPr txBox="1"/>
            <p:nvPr/>
          </p:nvSpPr>
          <p:spPr bwMode="auto">
            <a:xfrm>
              <a:off x="7961951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83" name="TextBox 82"/>
            <p:cNvSpPr txBox="1"/>
            <p:nvPr/>
          </p:nvSpPr>
          <p:spPr bwMode="auto">
            <a:xfrm>
              <a:off x="7961951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1936439458" name="Группа 94"/>
          <p:cNvGrpSpPr/>
          <p:nvPr userDrawn="1"/>
        </p:nvGrpSpPr>
        <p:grpSpPr bwMode="auto">
          <a:xfrm>
            <a:off x="10197151" y="1695943"/>
            <a:ext cx="1908208" cy="1428244"/>
            <a:chOff x="10197151" y="1695943"/>
            <a:chExt cx="1908208" cy="1428244"/>
          </a:xfrm>
        </p:grpSpPr>
        <p:sp>
          <p:nvSpPr>
            <p:cNvPr id="85" name="TextBox 84"/>
            <p:cNvSpPr txBox="1"/>
            <p:nvPr/>
          </p:nvSpPr>
          <p:spPr bwMode="auto">
            <a:xfrm>
              <a:off x="10197151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ИПТИП</a:t>
              </a:r>
              <a:endParaRPr/>
            </a:p>
          </p:txBody>
        </p:sp>
        <p:sp>
          <p:nvSpPr>
            <p:cNvPr id="86" name="TextBox 85"/>
            <p:cNvSpPr txBox="1"/>
            <p:nvPr/>
          </p:nvSpPr>
          <p:spPr bwMode="auto">
            <a:xfrm>
              <a:off x="10197151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87" name="TextBox 86"/>
            <p:cNvSpPr txBox="1"/>
            <p:nvPr/>
          </p:nvSpPr>
          <p:spPr bwMode="auto">
            <a:xfrm>
              <a:off x="10197151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880437131" name="Группа 93"/>
          <p:cNvGrpSpPr/>
          <p:nvPr userDrawn="1"/>
        </p:nvGrpSpPr>
        <p:grpSpPr bwMode="auto">
          <a:xfrm>
            <a:off x="10197151" y="3292514"/>
            <a:ext cx="1908208" cy="1428244"/>
            <a:chOff x="10197151" y="3292514"/>
            <a:chExt cx="1908208" cy="1428244"/>
          </a:xfrm>
        </p:grpSpPr>
        <p:sp>
          <p:nvSpPr>
            <p:cNvPr id="89" name="TextBox 88"/>
            <p:cNvSpPr txBox="1"/>
            <p:nvPr/>
          </p:nvSpPr>
          <p:spPr bwMode="auto">
            <a:xfrm>
              <a:off x="10197151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ПИШ</a:t>
              </a:r>
              <a:endParaRPr/>
            </a:p>
          </p:txBody>
        </p:sp>
        <p:sp>
          <p:nvSpPr>
            <p:cNvPr id="90" name="TextBox 89"/>
            <p:cNvSpPr txBox="1"/>
            <p:nvPr/>
          </p:nvSpPr>
          <p:spPr bwMode="auto">
            <a:xfrm>
              <a:off x="10197151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91" name="TextBox 90"/>
            <p:cNvSpPr txBox="1"/>
            <p:nvPr/>
          </p:nvSpPr>
          <p:spPr bwMode="auto">
            <a:xfrm>
              <a:off x="10197151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Базовый слайд с под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928184004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928184004" name="Object 8" hidden="1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220738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0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045316921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47661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216561065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47661" y="57633"/>
            <a:ext cx="10398685" cy="738664"/>
          </a:xfrm>
        </p:spPr>
        <p:txBody>
          <a:bodyPr vert="horz"/>
          <a:lstStyle>
            <a:lvl1pPr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chemeClr val="accent5"/>
                </a:solidFill>
                <a:latin typeface="Arial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321945113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1735809935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1163273705" name="Группа 1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6" name="Полилиния: фигура 5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831441974" name="Text Placehold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47661" y="1981200"/>
            <a:ext cx="5573272" cy="4344987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 marL="0" marR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/>
              <a:buNone/>
              <a:defRPr lang="ru-RU" sz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1pPr>
            <a:lvl2pPr marL="144000" indent="-144000">
              <a:buClr>
                <a:schemeClr val="accent5"/>
              </a:buClr>
              <a:buFont typeface="Wingdings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В данное поле необходимо добавить текст.</a:t>
            </a:r>
            <a:endParaRPr/>
          </a:p>
        </p:txBody>
      </p:sp>
      <p:sp>
        <p:nvSpPr>
          <p:cNvPr id="64146329" name="Рисунок 31"/>
          <p:cNvSpPr>
            <a:spLocks noGrp="1"/>
          </p:cNvSpPr>
          <p:nvPr>
            <p:ph type="pic" sz="quarter" idx="14"/>
          </p:nvPr>
        </p:nvSpPr>
        <p:spPr bwMode="auto">
          <a:xfrm>
            <a:off x="6297053" y="1268413"/>
            <a:ext cx="5559985" cy="5057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96567235" name="Текст 4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47661" y="1268413"/>
            <a:ext cx="5573272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</a:t>
            </a:r>
            <a:br>
              <a:rPr lang="ru-RU"/>
            </a:br>
            <a:r>
              <a:rPr lang="ru-RU"/>
              <a:t>в две или три строки (14 pt)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Базовый слайд с несколькими изображениям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6029744" name="Рисунок 31"/>
          <p:cNvSpPr>
            <a:spLocks noGrp="1"/>
          </p:cNvSpPr>
          <p:nvPr>
            <p:ph type="pic" sz="quarter" idx="14"/>
          </p:nvPr>
        </p:nvSpPr>
        <p:spPr bwMode="auto">
          <a:xfrm>
            <a:off x="4915955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68925561" name="Рисунок 31"/>
          <p:cNvSpPr>
            <a:spLocks noGrp="1"/>
          </p:cNvSpPr>
          <p:nvPr>
            <p:ph type="pic" sz="quarter" idx="20"/>
          </p:nvPr>
        </p:nvSpPr>
        <p:spPr bwMode="auto">
          <a:xfrm>
            <a:off x="7268181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232517" name="Рисунок 31"/>
          <p:cNvSpPr>
            <a:spLocks noGrp="1"/>
          </p:cNvSpPr>
          <p:nvPr>
            <p:ph type="pic" sz="quarter" idx="21"/>
          </p:nvPr>
        </p:nvSpPr>
        <p:spPr bwMode="auto">
          <a:xfrm>
            <a:off x="9620407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50706165" name="Рисунок 31"/>
          <p:cNvSpPr>
            <a:spLocks noGrp="1"/>
          </p:cNvSpPr>
          <p:nvPr>
            <p:ph type="pic" sz="quarter" idx="22"/>
          </p:nvPr>
        </p:nvSpPr>
        <p:spPr bwMode="auto">
          <a:xfrm>
            <a:off x="4915955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78429021" name="Рисунок 31"/>
          <p:cNvSpPr>
            <a:spLocks noGrp="1"/>
          </p:cNvSpPr>
          <p:nvPr>
            <p:ph type="pic" sz="quarter" idx="23"/>
          </p:nvPr>
        </p:nvSpPr>
        <p:spPr bwMode="auto">
          <a:xfrm>
            <a:off x="7268181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13221116" name="Рисунок 31"/>
          <p:cNvSpPr>
            <a:spLocks noGrp="1"/>
          </p:cNvSpPr>
          <p:nvPr>
            <p:ph type="pic" sz="quarter" idx="24"/>
          </p:nvPr>
        </p:nvSpPr>
        <p:spPr bwMode="auto">
          <a:xfrm>
            <a:off x="9620407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graphicFrame>
        <p:nvGraphicFramePr>
          <p:cNvPr id="1055878036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1055878036" name="Object 8" hidden="1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2213433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0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709937842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47661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1700419292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47661" y="57633"/>
            <a:ext cx="10398685" cy="738664"/>
          </a:xfrm>
        </p:spPr>
        <p:txBody>
          <a:bodyPr vert="horz"/>
          <a:lstStyle>
            <a:lvl1pPr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chemeClr val="accent5"/>
                </a:solidFill>
                <a:latin typeface="Arial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1162438228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1866392514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1886647565" name="Группа 1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6" name="Полилиния: фигура 5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469290824" name="Text Placehold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47661" y="2362486"/>
            <a:ext cx="1798636" cy="394624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 marL="0" marR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/>
              <a:buNone/>
              <a:defRPr lang="ru-RU" sz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1pPr>
            <a:lvl2pPr marL="144000" indent="-144000">
              <a:buClr>
                <a:schemeClr val="accent5"/>
              </a:buClr>
              <a:buFont typeface="Wingdings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В данное поле необходимо добавить текст.</a:t>
            </a:r>
            <a:endParaRPr/>
          </a:p>
        </p:txBody>
      </p:sp>
      <p:sp>
        <p:nvSpPr>
          <p:cNvPr id="18751992" name="Текст 4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47661" y="1268413"/>
            <a:ext cx="1798636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 в три или четыре строки (14 pt)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Базовый слайд с диаграмм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552705058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552705058" name="Object 8" hidden="1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97513248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0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793339965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47661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1343945787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47661" y="57633"/>
            <a:ext cx="10398685" cy="738664"/>
          </a:xfrm>
        </p:spPr>
        <p:txBody>
          <a:bodyPr vert="horz"/>
          <a:lstStyle>
            <a:lvl1pPr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chemeClr val="accent5"/>
                </a:solidFill>
                <a:latin typeface="Arial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1192088847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485850516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364619093" name="Группа 1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6" name="Полилиния: фигура 5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2123830502" name="Текст 4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00062" y="1334591"/>
            <a:ext cx="3297236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</a:t>
            </a:r>
            <a:br>
              <a:rPr lang="ru-RU"/>
            </a:br>
            <a:r>
              <a:rPr lang="ru-RU"/>
              <a:t>в две или три строки (14 pt)</a:t>
            </a:r>
            <a:endParaRPr/>
          </a:p>
        </p:txBody>
      </p:sp>
      <p:sp>
        <p:nvSpPr>
          <p:cNvPr id="277431384" name="Диаграмма 32"/>
          <p:cNvSpPr>
            <a:spLocks noGrp="1"/>
          </p:cNvSpPr>
          <p:nvPr>
            <p:ph type="chart" sz="quarter" idx="20"/>
          </p:nvPr>
        </p:nvSpPr>
        <p:spPr bwMode="auto">
          <a:xfrm>
            <a:off x="487364" y="2171699"/>
            <a:ext cx="3297236" cy="40005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66717939" name="Текст 42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4462459" y="1334591"/>
            <a:ext cx="3322640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</a:t>
            </a:r>
            <a:br>
              <a:rPr lang="ru-RU"/>
            </a:br>
            <a:r>
              <a:rPr lang="ru-RU"/>
              <a:t>в две или три строки (14 pt)</a:t>
            </a:r>
            <a:endParaRPr/>
          </a:p>
        </p:txBody>
      </p:sp>
      <p:sp>
        <p:nvSpPr>
          <p:cNvPr id="712771556" name="Диаграмма 32"/>
          <p:cNvSpPr>
            <a:spLocks noGrp="1"/>
          </p:cNvSpPr>
          <p:nvPr>
            <p:ph type="chart" sz="quarter" idx="22"/>
          </p:nvPr>
        </p:nvSpPr>
        <p:spPr bwMode="auto">
          <a:xfrm>
            <a:off x="4449761" y="2171699"/>
            <a:ext cx="3322640" cy="40005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15679728" name="Текст 42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8412159" y="1334591"/>
            <a:ext cx="3348042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</a:t>
            </a:r>
            <a:br>
              <a:rPr lang="ru-RU"/>
            </a:br>
            <a:r>
              <a:rPr lang="ru-RU"/>
              <a:t>в две или три строки (14 pt)</a:t>
            </a:r>
            <a:endParaRPr/>
          </a:p>
        </p:txBody>
      </p:sp>
      <p:sp>
        <p:nvSpPr>
          <p:cNvPr id="2076623595" name="Диаграмма 32"/>
          <p:cNvSpPr>
            <a:spLocks noGrp="1"/>
          </p:cNvSpPr>
          <p:nvPr>
            <p:ph type="chart" sz="quarter" idx="24"/>
          </p:nvPr>
        </p:nvSpPr>
        <p:spPr bwMode="auto">
          <a:xfrm>
            <a:off x="8399461" y="2171699"/>
            <a:ext cx="3348042" cy="40005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Базовый слайд с под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379638729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379638729" name="Object 8" hidden="1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3748764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0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655963409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36000" y="908725"/>
            <a:ext cx="10130208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1060793962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6000" y="69549"/>
            <a:ext cx="10130208" cy="738664"/>
          </a:xfrm>
        </p:spPr>
        <p:txBody>
          <a:bodyPr vert="horz" tIns="0">
            <a:noAutofit/>
          </a:bodyPr>
          <a:lstStyle>
            <a:lvl1pPr>
              <a:defRPr b="1"/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1146139154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590665948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688539809" name="Группа 1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6" name="Полилиния: фигура 5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993607922" name="Text Placehold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35756" y="1268724"/>
            <a:ext cx="11520488" cy="504000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>
              <a:defRPr>
                <a:solidFill>
                  <a:schemeClr val="tx2"/>
                </a:solidFill>
                <a:latin typeface="Arial"/>
              </a:defRPr>
            </a:lvl1pPr>
            <a:lvl2pPr marL="144000" indent="-144000">
              <a:buClr>
                <a:schemeClr val="accent5"/>
              </a:buClr>
              <a:buFont typeface="Wingdings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В данное поле необходимо добавить текст.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лайд-резюм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569974742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1569974742" name="Object 8" hidden="1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383363" name="Text Placehold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35756" y="1268724"/>
            <a:ext cx="11520488" cy="504000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>
              <a:defRPr>
                <a:solidFill>
                  <a:schemeClr val="tx2"/>
                </a:solidFill>
                <a:latin typeface="Arial"/>
              </a:defRPr>
            </a:lvl1pPr>
            <a:lvl2pPr marL="144000" indent="-144000">
              <a:buClr>
                <a:schemeClr val="accent5"/>
              </a:buClr>
              <a:buFont typeface="Wingdings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В данное поле необходимо добавить текст.</a:t>
            </a:r>
            <a:endParaRPr/>
          </a:p>
        </p:txBody>
      </p:sp>
      <p:sp>
        <p:nvSpPr>
          <p:cNvPr id="1269047117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35999" y="908725"/>
            <a:ext cx="1035627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1126239252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5999" y="62211"/>
            <a:ext cx="10356275" cy="738664"/>
          </a:xfrm>
        </p:spPr>
        <p:txBody>
          <a:bodyPr vert="horz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2034938556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1842948238" name="Прямая соединительная линия 1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756315274" name="Группа 2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5" name="Полилиния: фигура 4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8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3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1" name="Полилиния: фигура 20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9" name="Полилиния: фигура 18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0" name="Полилиния: фигура 19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7" name="Полилиния: фигура 16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8" name="Полилиния: фигура 17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1_Обложка Фрязино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6874441" name="Рисунок 9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1081226">
            <a:off x="8502882" y="3391156"/>
            <a:ext cx="4641365" cy="4643943"/>
          </a:xfrm>
          <a:prstGeom prst="rect">
            <a:avLst/>
          </a:prstGeom>
        </p:spPr>
      </p:pic>
      <p:pic>
        <p:nvPicPr>
          <p:cNvPr id="298861975" name="Рисунок 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6831815">
            <a:off x="1014341" y="849053"/>
            <a:ext cx="4090820" cy="4093092"/>
          </a:xfrm>
          <a:prstGeom prst="rect">
            <a:avLst/>
          </a:prstGeom>
        </p:spPr>
      </p:pic>
      <p:pic>
        <p:nvPicPr>
          <p:cNvPr id="1749961764" name="Рисунок 7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65187" y="3055203"/>
            <a:ext cx="6848452" cy="738045"/>
          </a:xfrm>
          <a:prstGeom prst="rect">
            <a:avLst/>
          </a:prstGeom>
        </p:spPr>
      </p:pic>
      <p:graphicFrame>
        <p:nvGraphicFramePr>
          <p:cNvPr id="1202349747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1202349747" name="Object 8" hidden="1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1770713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579565572" name="Полилиния: фигура 6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647721167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88703737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grpSp>
        <p:nvGrpSpPr>
          <p:cNvPr id="385964046" name="Группа 15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19" name="Полилиния: фигура 1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723482962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822920856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263898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chemeClr val="accent5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1897983719" name="Текст 33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2387600" y="3190819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2_Обложка И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103656158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1103656158" name="Object 8" hidden="1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74986644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253445238" name="Рисунок 22"/>
          <p:cNvPicPr>
            <a:picLocks noChangeAspect="1"/>
          </p:cNvPicPr>
          <p:nvPr userDrawn="1"/>
        </p:nvPicPr>
        <p:blipFill rotWithShape="1">
          <a:blip r:embed="rId4"/>
          <a:stretch/>
        </p:blipFill>
        <p:spPr bwMode="auto">
          <a:xfrm rot="16199999">
            <a:off x="-3063081" y="3063081"/>
            <a:ext cx="6858000" cy="731838"/>
          </a:xfrm>
          <a:prstGeom prst="rect">
            <a:avLst/>
          </a:prstGeom>
        </p:spPr>
      </p:pic>
      <p:sp>
        <p:nvSpPr>
          <p:cNvPr id="886786682" name="Полилиния: фигура 23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214959457" name="Рисунок 24"/>
          <p:cNvPicPr>
            <a:picLocks noChangeAspect="1"/>
          </p:cNvPicPr>
          <p:nvPr userDrawn="1"/>
        </p:nvPicPr>
        <p:blipFill rotWithShape="1">
          <a:blip r:embed="rId5"/>
          <a:srcRect l="3254" t="3254" r="3254" b="3254"/>
          <a:stretch/>
        </p:blipFill>
        <p:spPr bwMode="auto">
          <a:xfrm rot="10800000">
            <a:off x="8624047" y="3464325"/>
            <a:ext cx="4707676" cy="4707675"/>
          </a:xfrm>
          <a:prstGeom prst="ellipse">
            <a:avLst/>
          </a:prstGeom>
          <a:noFill/>
        </p:spPr>
      </p:pic>
      <p:sp>
        <p:nvSpPr>
          <p:cNvPr id="134795811" name="Прямоугольник 25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845078169" name="Прямоугольник 26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236409139" name="Рисунок 27"/>
          <p:cNvPicPr>
            <a:picLocks noChangeAspect="1"/>
          </p:cNvPicPr>
          <p:nvPr userDrawn="1"/>
        </p:nvPicPr>
        <p:blipFill rotWithShape="1">
          <a:blip r:embed="rId5"/>
          <a:srcRect l="3254" t="3254" r="3254" b="3254"/>
          <a:stretch/>
        </p:blipFill>
        <p:spPr bwMode="auto">
          <a:xfrm rot="7837171">
            <a:off x="1128220" y="896378"/>
            <a:ext cx="3912557" cy="3912557"/>
          </a:xfrm>
          <a:prstGeom prst="ellipse">
            <a:avLst/>
          </a:prstGeom>
          <a:solidFill>
            <a:schemeClr val="bg1"/>
          </a:solidFill>
        </p:spPr>
      </p:pic>
      <p:sp>
        <p:nvSpPr>
          <p:cNvPr id="586814896" name="Title 1"/>
          <p:cNvSpPr txBox="1"/>
          <p:nvPr userDrawn="1"/>
        </p:nvSpPr>
        <p:spPr bwMode="auto">
          <a:xfrm>
            <a:off x="2402922" y="345340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007E40"/>
                </a:solidFill>
                <a:latin typeface="Arial"/>
                <a:ea typeface="+mj-ea"/>
                <a:cs typeface="+mj-cs"/>
              </a:rPr>
              <a:t>Институт искусственного интеллекта</a:t>
            </a:r>
            <a:endParaRPr/>
          </a:p>
        </p:txBody>
      </p:sp>
      <p:grpSp>
        <p:nvGrpSpPr>
          <p:cNvPr id="15712577" name="Группа 37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007E40"/>
          </a:solidFill>
        </p:grpSpPr>
        <p:sp>
          <p:nvSpPr>
            <p:cNvPr id="39" name="Полилиния: фигура 3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Полилиния: фигура 3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4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65" name="Полилиния: фигура 64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6" name="Полилиния: фигура 65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63" name="Полилиния: фигура 62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4" name="Полилиния: фигура 63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43" name="Полилиния: фигура 42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4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61" name="Полилиния: фигура 60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2" name="Полилиния: фигура 61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59" name="Полилиния: фигура 58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0" name="Полилиния: фигура 59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51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56" name="Полилиния: фигура 55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7" name="Полилиния: фигура 56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53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54" name="Полилиния: фигура 53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2003808874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1951300893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007E40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1709403297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2_Обложка ИТХ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4201688" name="Рисунок 57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477002" y="3355995"/>
            <a:ext cx="4906469" cy="4906469"/>
          </a:xfrm>
          <a:prstGeom prst="rect">
            <a:avLst/>
          </a:prstGeom>
        </p:spPr>
      </p:pic>
      <p:pic>
        <p:nvPicPr>
          <p:cNvPr id="1258014022" name="Рисунок 54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8099999">
            <a:off x="1001072" y="859614"/>
            <a:ext cx="4040729" cy="4040729"/>
          </a:xfrm>
          <a:prstGeom prst="rect">
            <a:avLst/>
          </a:prstGeom>
        </p:spPr>
      </p:pic>
      <p:pic>
        <p:nvPicPr>
          <p:cNvPr id="151028612" name="Рисунок 56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59910" y="3059908"/>
            <a:ext cx="6858005" cy="738181"/>
          </a:xfrm>
          <a:prstGeom prst="rect">
            <a:avLst/>
          </a:prstGeom>
        </p:spPr>
      </p:pic>
      <p:graphicFrame>
        <p:nvGraphicFramePr>
          <p:cNvPr id="1585394382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1585394382" name="Object 8" hidden="1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1747910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954947938" name="Полилиния: фигура 5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095433177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918154432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842528450" name="Title 1"/>
          <p:cNvSpPr txBox="1"/>
          <p:nvPr userDrawn="1"/>
        </p:nvSpPr>
        <p:spPr bwMode="auto">
          <a:xfrm>
            <a:off x="2402922" y="167207"/>
            <a:ext cx="4926206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B26397"/>
                </a:solidFill>
                <a:latin typeface="Arial"/>
                <a:ea typeface="+mj-ea"/>
                <a:cs typeface="+mj-cs"/>
              </a:rPr>
              <a:t>Институт тонких химических технологий имени М.В. Ломоносова</a:t>
            </a:r>
            <a:endParaRPr/>
          </a:p>
        </p:txBody>
      </p:sp>
      <p:grpSp>
        <p:nvGrpSpPr>
          <p:cNvPr id="926022178" name="Группа 19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B26397"/>
          </a:solidFill>
        </p:grpSpPr>
        <p:sp>
          <p:nvSpPr>
            <p:cNvPr id="22" name="Полилиния: фигура 21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B26397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Полилиния: фигура 22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B26397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4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1" name="Полилиния: фигура 50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2" name="Полилиния: фигура 51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9" name="Полилиния: фигура 48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30" name="Полилиния: фигура 29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B26397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31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7" name="Полилиния: фигура 46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8" name="Полилиния: фигура 47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5" name="Полилиния: фигура 44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6" name="Полилиния: фигура 45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3" name="Полилиния: фигура 42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0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41" name="Полилиния: фигура 40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2" name="Полилиния: фигура 41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284191580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842533460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B26397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1726902665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4_Обложка ИИ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79054672" name="Рисунок 87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491665" y="3340993"/>
            <a:ext cx="4799122" cy="4799122"/>
          </a:xfrm>
          <a:prstGeom prst="rect">
            <a:avLst/>
          </a:prstGeom>
        </p:spPr>
      </p:pic>
      <p:pic>
        <p:nvPicPr>
          <p:cNvPr id="2059399461" name="Рисунок 84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199999">
            <a:off x="1033343" y="734497"/>
            <a:ext cx="4188739" cy="4188739"/>
          </a:xfrm>
          <a:prstGeom prst="rect">
            <a:avLst/>
          </a:prstGeom>
        </p:spPr>
      </p:pic>
      <p:pic>
        <p:nvPicPr>
          <p:cNvPr id="841767449" name="Рисунок 86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66699" y="3066702"/>
            <a:ext cx="6865242" cy="731838"/>
          </a:xfrm>
          <a:prstGeom prst="rect">
            <a:avLst/>
          </a:prstGeom>
        </p:spPr>
      </p:pic>
      <p:graphicFrame>
        <p:nvGraphicFramePr>
          <p:cNvPr id="843914997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843914997" name="Object 8" hidden="1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301224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904254808" name="Полилиния: фигура 54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935151280" name="Прямоугольник 56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595383652" name="Прямоугольник 57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988199" name="Title 1"/>
          <p:cNvSpPr txBox="1"/>
          <p:nvPr userDrawn="1"/>
        </p:nvSpPr>
        <p:spPr bwMode="auto">
          <a:xfrm>
            <a:off x="2402922" y="308975"/>
            <a:ext cx="5449174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706F6F"/>
                </a:solidFill>
                <a:latin typeface="Arial"/>
                <a:ea typeface="+mj-ea"/>
                <a:cs typeface="+mj-cs"/>
              </a:rPr>
              <a:t>Институт информационных технологий</a:t>
            </a:r>
            <a:endParaRPr/>
          </a:p>
        </p:txBody>
      </p:sp>
      <p:grpSp>
        <p:nvGrpSpPr>
          <p:cNvPr id="1825487733" name="Группа 60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706F6F"/>
          </a:solidFill>
        </p:grpSpPr>
        <p:sp>
          <p:nvSpPr>
            <p:cNvPr id="62" name="Полилиния: фигура 61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63" name="Полилиния: фигура 62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64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81" name="Полилиния: фигура 80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2" name="Полилиния: фигура 81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65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79" name="Полилиния: фигура 78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0" name="Полилиния: фигура 79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66" name="Полилиния: фигура 65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67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77" name="Полилиния: фигура 76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8" name="Полилиния: фигура 77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68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75" name="Полилиния: фигура 74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6" name="Полилиния: фигура 75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69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73" name="Полилиния: фигура 72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4" name="Полилиния: фигура 7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70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71" name="Полилиния: фигура 70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2" name="Полилиния: фигура 71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777350174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1185905897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706F6F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1742469079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2_Обложка ИТУ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1267090" name="Рисунок 60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497902" y="3338185"/>
            <a:ext cx="4833821" cy="4833816"/>
          </a:xfrm>
          <a:prstGeom prst="rect">
            <a:avLst/>
          </a:prstGeom>
        </p:spPr>
      </p:pic>
      <p:pic>
        <p:nvPicPr>
          <p:cNvPr id="2038224275" name="Рисунок 59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199999">
            <a:off x="1025785" y="812650"/>
            <a:ext cx="4080016" cy="4080012"/>
          </a:xfrm>
          <a:prstGeom prst="rect">
            <a:avLst/>
          </a:prstGeom>
        </p:spPr>
      </p:pic>
      <p:pic>
        <p:nvPicPr>
          <p:cNvPr id="2104739048" name="Рисунок 57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68016" y="3058145"/>
            <a:ext cx="6857999" cy="741710"/>
          </a:xfrm>
          <a:prstGeom prst="rect">
            <a:avLst/>
          </a:prstGeom>
        </p:spPr>
      </p:pic>
      <p:graphicFrame>
        <p:nvGraphicFramePr>
          <p:cNvPr id="1164831995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1164831995" name="Object 8" hidden="1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385550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288850206" name="Полилиния: фигура 3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613925438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20277060" name="Прямоугольник 15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499232132" name="Title 1"/>
          <p:cNvSpPr txBox="1"/>
          <p:nvPr userDrawn="1"/>
        </p:nvSpPr>
        <p:spPr bwMode="auto">
          <a:xfrm>
            <a:off x="2402922" y="367696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B24C33"/>
                </a:solidFill>
                <a:latin typeface="Arial"/>
                <a:ea typeface="+mj-ea"/>
                <a:cs typeface="+mj-cs"/>
              </a:rPr>
              <a:t>Институт технологий управления</a:t>
            </a:r>
            <a:endParaRPr/>
          </a:p>
        </p:txBody>
      </p:sp>
      <p:grpSp>
        <p:nvGrpSpPr>
          <p:cNvPr id="66416714" name="Группа 27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B24C33"/>
          </a:solidFill>
        </p:grpSpPr>
        <p:sp>
          <p:nvSpPr>
            <p:cNvPr id="30" name="Полилиния: фигура 29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Полилиния: фигура 30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37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4" name="Полилиния: фигура 53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39" name="Полилиния: фигура 38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40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1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44" name="Полилиния: фигура 43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230711216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1012731870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B24C33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336936914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ИТХ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5300321" name="Рисунок 56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1154971">
            <a:off x="8460478" y="3361329"/>
            <a:ext cx="4768720" cy="4768720"/>
          </a:xfrm>
          <a:prstGeom prst="rect">
            <a:avLst/>
          </a:prstGeom>
        </p:spPr>
      </p:pic>
      <p:pic>
        <p:nvPicPr>
          <p:cNvPr id="1179634104" name="Рисунок 55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948498">
            <a:off x="979623" y="809711"/>
            <a:ext cx="4091425" cy="4091425"/>
          </a:xfrm>
          <a:prstGeom prst="rect">
            <a:avLst/>
          </a:prstGeom>
        </p:spPr>
      </p:pic>
      <p:pic>
        <p:nvPicPr>
          <p:cNvPr id="1954985887" name="Рисунок 53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80722" y="3055582"/>
            <a:ext cx="6880621" cy="746838"/>
          </a:xfrm>
          <a:prstGeom prst="rect">
            <a:avLst/>
          </a:prstGeom>
        </p:spPr>
      </p:pic>
      <p:graphicFrame>
        <p:nvGraphicFramePr>
          <p:cNvPr id="1098521145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1098521145" name="Object 8" hidden="1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9382865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025054010" name="Полилиния: фигура 11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001196567" name="Прямоугольник 12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743635951" name="Прямоугольник 13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045786088" name="Title 1"/>
          <p:cNvSpPr txBox="1"/>
          <p:nvPr userDrawn="1"/>
        </p:nvSpPr>
        <p:spPr bwMode="auto">
          <a:xfrm>
            <a:off x="2402922" y="154725"/>
            <a:ext cx="7202131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j-ea"/>
                <a:cs typeface="+mj-cs"/>
              </a:rPr>
              <a:t>Институт перспективных технологий </a:t>
            </a:r>
            <a:br>
              <a:rPr lang="ru-RU" sz="1800" b="1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j-ea"/>
                <a:cs typeface="+mj-cs"/>
              </a:rPr>
            </a:br>
            <a:r>
              <a:rPr lang="ru-RU" sz="1800" b="1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j-ea"/>
                <a:cs typeface="+mj-cs"/>
              </a:rPr>
              <a:t>и индустриального программирования</a:t>
            </a:r>
            <a:endParaRPr/>
          </a:p>
        </p:txBody>
      </p:sp>
      <p:grpSp>
        <p:nvGrpSpPr>
          <p:cNvPr id="685576983" name="Группа 20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E9B622"/>
          </a:solidFill>
        </p:grpSpPr>
        <p:sp>
          <p:nvSpPr>
            <p:cNvPr id="23" name="Полилиния: фигура 22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4" name="Полилиния: фигура 23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7" name="Полилиния: фигура 26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31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7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4" name="Полилиния: фигура 43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2" name="Полилиния: фигура 41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3" name="Полилиния: фигура 42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40" name="Полилиния: фигура 3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1" name="Полилиния: фигура 4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932463558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2106823029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E9B622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659378418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ИР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8081300" name="Рисунок 56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495717" y="3300803"/>
            <a:ext cx="4997470" cy="4997470"/>
          </a:xfrm>
          <a:prstGeom prst="rect">
            <a:avLst/>
          </a:prstGeom>
        </p:spPr>
      </p:pic>
      <p:pic>
        <p:nvPicPr>
          <p:cNvPr id="2081197182" name="Рисунок 55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199999">
            <a:off x="1043854" y="736186"/>
            <a:ext cx="4187311" cy="4187311"/>
          </a:xfrm>
          <a:prstGeom prst="rect">
            <a:avLst/>
          </a:prstGeom>
        </p:spPr>
      </p:pic>
      <p:pic>
        <p:nvPicPr>
          <p:cNvPr id="1741305378" name="Рисунок 53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88384" y="3067903"/>
            <a:ext cx="6877515" cy="741710"/>
          </a:xfrm>
          <a:prstGeom prst="rect">
            <a:avLst/>
          </a:prstGeom>
        </p:spPr>
      </p:pic>
      <p:graphicFrame>
        <p:nvGraphicFramePr>
          <p:cNvPr id="361664302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361664302" name="Object 8" hidden="1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9056477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316212421" name="Полилиния: фигура 11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336802559" name="Прямоугольник 12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233809893" name="Прямоугольник 13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685310178" name="Title 1"/>
          <p:cNvSpPr txBox="1"/>
          <p:nvPr userDrawn="1"/>
        </p:nvSpPr>
        <p:spPr bwMode="auto">
          <a:xfrm>
            <a:off x="2402922" y="287275"/>
            <a:ext cx="6011149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712073"/>
                </a:solidFill>
                <a:latin typeface="Arial"/>
                <a:ea typeface="+mj-ea"/>
                <a:cs typeface="+mj-cs"/>
              </a:rPr>
              <a:t>Институт радиоэлектроники и информатики</a:t>
            </a:r>
            <a:endParaRPr/>
          </a:p>
        </p:txBody>
      </p:sp>
      <p:grpSp>
        <p:nvGrpSpPr>
          <p:cNvPr id="1509075707" name="Группа 22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712073"/>
          </a:solidFill>
        </p:grpSpPr>
        <p:sp>
          <p:nvSpPr>
            <p:cNvPr id="24" name="Полилиния: фигура 23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" name="Полилиния: фигура 24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6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30" name="Полилиния: фигура 29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31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7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4" name="Полилиния: фигура 43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2" name="Полилиния: фигура 41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3" name="Полилиния: фигура 42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40" name="Полилиния: фигура 3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1" name="Полилиния: фигура 4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552994289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2068705167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712073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325267842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1_Обложка ИКБ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4072555" name="Рисунок 55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820768">
            <a:off x="1045770" y="815639"/>
            <a:ext cx="4110084" cy="4110080"/>
          </a:xfrm>
          <a:prstGeom prst="rect">
            <a:avLst/>
          </a:prstGeom>
        </p:spPr>
      </p:pic>
      <p:pic>
        <p:nvPicPr>
          <p:cNvPr id="42718854" name="Рисунок 59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502883" y="3357693"/>
            <a:ext cx="4856283" cy="4856281"/>
          </a:xfrm>
          <a:prstGeom prst="rect">
            <a:avLst/>
          </a:prstGeom>
        </p:spPr>
      </p:pic>
      <p:pic>
        <p:nvPicPr>
          <p:cNvPr id="414699372" name="Рисунок 57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71796" y="3058144"/>
            <a:ext cx="6858000" cy="741712"/>
          </a:xfrm>
          <a:prstGeom prst="rect">
            <a:avLst/>
          </a:prstGeom>
        </p:spPr>
      </p:pic>
      <p:graphicFrame>
        <p:nvGraphicFramePr>
          <p:cNvPr id="1560763774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1560763774" name="Object 8" hidden="1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0757817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875216868" name="Полилиния: фигура 6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581873816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031894759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980139477" name="Title 1"/>
          <p:cNvSpPr txBox="1"/>
          <p:nvPr userDrawn="1"/>
        </p:nvSpPr>
        <p:spPr bwMode="auto">
          <a:xfrm>
            <a:off x="2402923" y="368869"/>
            <a:ext cx="3476768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006D81"/>
                </a:solidFill>
                <a:latin typeface="Arial"/>
                <a:ea typeface="+mj-ea"/>
                <a:cs typeface="+mj-cs"/>
              </a:rPr>
              <a:t>Институт кибербезопасности и цифровых технологий</a:t>
            </a:r>
            <a:endParaRPr/>
          </a:p>
        </p:txBody>
      </p:sp>
      <p:grpSp>
        <p:nvGrpSpPr>
          <p:cNvPr id="1565488134" name="Группа 15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006D81"/>
          </a:solidFill>
        </p:grpSpPr>
        <p:sp>
          <p:nvSpPr>
            <p:cNvPr id="19" name="Полилиния: фигура 1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10607651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350988569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006D81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1822926813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_Обложка Колледж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75346359" name="Рисунок 7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9899999">
            <a:off x="8449293" y="3340505"/>
            <a:ext cx="4883868" cy="4883864"/>
          </a:xfrm>
          <a:prstGeom prst="rect">
            <a:avLst/>
          </a:prstGeom>
        </p:spPr>
      </p:pic>
      <p:pic>
        <p:nvPicPr>
          <p:cNvPr id="1536356273" name="Рисунок 5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75891" y="3045839"/>
            <a:ext cx="6857999" cy="766319"/>
          </a:xfrm>
          <a:prstGeom prst="rect">
            <a:avLst/>
          </a:prstGeom>
        </p:spPr>
      </p:pic>
      <p:pic>
        <p:nvPicPr>
          <p:cNvPr id="1058664836" name="Рисунок 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6686232">
            <a:off x="1037422" y="781037"/>
            <a:ext cx="4179286" cy="4179282"/>
          </a:xfrm>
          <a:prstGeom prst="rect">
            <a:avLst/>
          </a:prstGeom>
        </p:spPr>
      </p:pic>
      <p:graphicFrame>
        <p:nvGraphicFramePr>
          <p:cNvPr id="366153865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366153865" name="Object 8" hidden="1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5951268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781915496" name="Полилиния: фигура 6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062266802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310694820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730514555" name="Title 1"/>
          <p:cNvSpPr txBox="1"/>
          <p:nvPr userDrawn="1"/>
        </p:nvSpPr>
        <p:spPr bwMode="auto">
          <a:xfrm>
            <a:off x="2402922" y="180857"/>
            <a:ext cx="6402705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EA7125"/>
                </a:solidFill>
                <a:latin typeface="Arial"/>
                <a:ea typeface="+mj-ea"/>
                <a:cs typeface="+mj-cs"/>
              </a:rPr>
              <a:t>Колледж программирования </a:t>
            </a:r>
            <a:br>
              <a:rPr lang="ru-RU" sz="1800" b="1" i="0" u="none" strike="noStrike" cap="none" spc="0">
                <a:ln>
                  <a:noFill/>
                </a:ln>
                <a:solidFill>
                  <a:srgbClr val="EA7125"/>
                </a:solidFill>
                <a:latin typeface="Arial"/>
                <a:ea typeface="+mj-ea"/>
                <a:cs typeface="+mj-cs"/>
              </a:rPr>
            </a:br>
            <a:r>
              <a:rPr lang="ru-RU" sz="1800" b="1" i="0" u="none" strike="noStrike" cap="none" spc="0">
                <a:ln>
                  <a:noFill/>
                </a:ln>
                <a:solidFill>
                  <a:srgbClr val="EA7125"/>
                </a:solidFill>
                <a:latin typeface="Arial"/>
                <a:ea typeface="+mj-ea"/>
                <a:cs typeface="+mj-cs"/>
              </a:rPr>
              <a:t>и кибербезопасности</a:t>
            </a:r>
            <a:endParaRPr/>
          </a:p>
        </p:txBody>
      </p:sp>
      <p:grpSp>
        <p:nvGrpSpPr>
          <p:cNvPr id="1650417218" name="Группа 15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EA7125"/>
          </a:solidFill>
        </p:grpSpPr>
        <p:sp>
          <p:nvSpPr>
            <p:cNvPr id="19" name="Полилиния: фигура 1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694753676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718932388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EA7125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8945772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Обложка ПИШ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03700225" name="Рисунок 9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510360" y="3356738"/>
            <a:ext cx="4793067" cy="4793067"/>
          </a:xfrm>
          <a:prstGeom prst="rect">
            <a:avLst/>
          </a:prstGeom>
        </p:spPr>
      </p:pic>
      <p:pic>
        <p:nvPicPr>
          <p:cNvPr id="2019377264" name="Рисунок 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539414">
            <a:off x="1045283" y="769470"/>
            <a:ext cx="4159130" cy="4159130"/>
          </a:xfrm>
          <a:prstGeom prst="rect">
            <a:avLst/>
          </a:prstGeom>
        </p:spPr>
      </p:pic>
      <p:pic>
        <p:nvPicPr>
          <p:cNvPr id="1493068775" name="Рисунок 7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86110" y="3046450"/>
            <a:ext cx="6886627" cy="741714"/>
          </a:xfrm>
          <a:prstGeom prst="rect">
            <a:avLst/>
          </a:prstGeom>
        </p:spPr>
      </p:pic>
      <p:graphicFrame>
        <p:nvGraphicFramePr>
          <p:cNvPr id="1098009717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1098009717" name="Object 8" hidden="1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971665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59637972" name="Полилиния: фигура 6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698263874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096301300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327124711" name="Title 1"/>
          <p:cNvSpPr txBox="1"/>
          <p:nvPr userDrawn="1"/>
        </p:nvSpPr>
        <p:spPr bwMode="auto">
          <a:xfrm>
            <a:off x="2402922" y="200292"/>
            <a:ext cx="8289422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j-ea"/>
                <a:cs typeface="+mj-cs"/>
              </a:rPr>
              <a:t>Передовая инженерная школа </a:t>
            </a:r>
            <a:br>
              <a:rPr lang="ru-RU" sz="1800" b="1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j-ea"/>
                <a:cs typeface="+mj-cs"/>
              </a:rPr>
            </a:br>
            <a:r>
              <a:rPr lang="ru-RU" sz="1800" b="1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j-ea"/>
                <a:cs typeface="+mj-cs"/>
              </a:rPr>
              <a:t>СВЧ-электроники</a:t>
            </a:r>
            <a:endParaRPr/>
          </a:p>
        </p:txBody>
      </p:sp>
      <p:grpSp>
        <p:nvGrpSpPr>
          <p:cNvPr id="986953786" name="Группа 15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3D378D"/>
          </a:solidFill>
        </p:grpSpPr>
        <p:sp>
          <p:nvSpPr>
            <p:cNvPr id="19" name="Полилиния: фигура 1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766198387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1967626607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3D378D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149950546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Раздел_темны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827189630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827189630" name="Object 8" hidden="1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5917196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766415753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850600" y="2613958"/>
            <a:ext cx="5569500" cy="69940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 b="0">
                <a:solidFill>
                  <a:schemeClr val="accent5"/>
                </a:solidFill>
                <a:latin typeface="Arial"/>
              </a:defRPr>
            </a:lvl1pPr>
          </a:lstStyle>
          <a:p>
            <a:pPr>
              <a:defRPr/>
            </a:pPr>
            <a:r>
              <a:rPr lang="ru-RU"/>
              <a:t>Название раздела</a:t>
            </a:r>
            <a:endParaRPr/>
          </a:p>
        </p:txBody>
      </p:sp>
      <p:sp>
        <p:nvSpPr>
          <p:cNvPr id="1931764083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328697022" name="Прямоугольник 21"/>
          <p:cNvSpPr/>
          <p:nvPr userDrawn="1"/>
        </p:nvSpPr>
        <p:spPr bwMode="auto">
          <a:xfrm>
            <a:off x="0" y="0"/>
            <a:ext cx="2692400" cy="685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ru-RU" sz="1200">
              <a:solidFill>
                <a:schemeClr val="tx1"/>
              </a:solidFill>
              <a:latin typeface="Arial"/>
            </a:endParaRPr>
          </a:p>
        </p:txBody>
      </p:sp>
      <p:cxnSp>
        <p:nvCxnSpPr>
          <p:cNvPr id="1557545700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ина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4611540" name="object 4"/>
          <p:cNvPicPr/>
          <p:nvPr userDrawn="1"/>
        </p:nvPicPr>
        <p:blipFill rotWithShape="1">
          <a:blip r:embed="rId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0198467" name="Заголовок 6"/>
          <p:cNvSpPr txBox="1"/>
          <p:nvPr userDrawn="1"/>
        </p:nvSpPr>
        <p:spPr bwMode="auto">
          <a:xfrm>
            <a:off x="1085517" y="1171625"/>
            <a:ext cx="2352754" cy="71085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600" b="0" i="0" u="none" strike="noStrike" cap="none" spc="0">
              <a:ln>
                <a:noFill/>
              </a:ln>
              <a:solidFill>
                <a:srgbClr val="FFFFFF"/>
              </a:solidFill>
              <a:latin typeface="Arial"/>
              <a:ea typeface="+mj-ea"/>
              <a:cs typeface="+mj-cs"/>
            </a:endParaRPr>
          </a:p>
        </p:txBody>
      </p:sp>
      <p:sp>
        <p:nvSpPr>
          <p:cNvPr id="1064877062" name="object 5"/>
          <p:cNvSpPr/>
          <p:nvPr userDrawn="1"/>
        </p:nvSpPr>
        <p:spPr bwMode="auto">
          <a:xfrm>
            <a:off x="1054987" y="4660960"/>
            <a:ext cx="1614297" cy="1669776"/>
          </a:xfrm>
          <a:custGeom>
            <a:avLst/>
            <a:gdLst/>
            <a:ahLst/>
            <a:cxnLst/>
            <a:rect l="l" t="t" r="r" b="b"/>
            <a:pathLst>
              <a:path w="1718310" h="1777364" extrusionOk="0">
                <a:moveTo>
                  <a:pt x="1025029" y="0"/>
                </a:moveTo>
                <a:lnTo>
                  <a:pt x="1071224" y="12296"/>
                </a:lnTo>
                <a:lnTo>
                  <a:pt x="1116670" y="27000"/>
                </a:lnTo>
                <a:lnTo>
                  <a:pt x="1161265" y="44072"/>
                </a:lnTo>
                <a:lnTo>
                  <a:pt x="1204910" y="63474"/>
                </a:lnTo>
                <a:lnTo>
                  <a:pt x="1247503" y="85167"/>
                </a:lnTo>
                <a:lnTo>
                  <a:pt x="1288944" y="109112"/>
                </a:lnTo>
                <a:lnTo>
                  <a:pt x="1329132" y="135272"/>
                </a:lnTo>
                <a:lnTo>
                  <a:pt x="1367965" y="163608"/>
                </a:lnTo>
                <a:lnTo>
                  <a:pt x="1405344" y="194080"/>
                </a:lnTo>
                <a:lnTo>
                  <a:pt x="1441167" y="226650"/>
                </a:lnTo>
                <a:lnTo>
                  <a:pt x="1475333" y="261281"/>
                </a:lnTo>
                <a:lnTo>
                  <a:pt x="1507742" y="297932"/>
                </a:lnTo>
                <a:lnTo>
                  <a:pt x="1538293" y="336567"/>
                </a:lnTo>
                <a:lnTo>
                  <a:pt x="1566885" y="377145"/>
                </a:lnTo>
                <a:lnTo>
                  <a:pt x="1593418" y="419629"/>
                </a:lnTo>
                <a:lnTo>
                  <a:pt x="1617789" y="463979"/>
                </a:lnTo>
                <a:lnTo>
                  <a:pt x="1639900" y="510159"/>
                </a:lnTo>
                <a:lnTo>
                  <a:pt x="1658199" y="554365"/>
                </a:lnTo>
                <a:lnTo>
                  <a:pt x="1673991" y="598975"/>
                </a:lnTo>
                <a:lnTo>
                  <a:pt x="1687308" y="643907"/>
                </a:lnTo>
                <a:lnTo>
                  <a:pt x="1698180" y="689079"/>
                </a:lnTo>
                <a:lnTo>
                  <a:pt x="1706639" y="734408"/>
                </a:lnTo>
                <a:lnTo>
                  <a:pt x="1712717" y="779812"/>
                </a:lnTo>
                <a:lnTo>
                  <a:pt x="1716446" y="825209"/>
                </a:lnTo>
                <a:lnTo>
                  <a:pt x="1717857" y="870517"/>
                </a:lnTo>
                <a:lnTo>
                  <a:pt x="1716981" y="915653"/>
                </a:lnTo>
                <a:lnTo>
                  <a:pt x="1713850" y="960536"/>
                </a:lnTo>
                <a:lnTo>
                  <a:pt x="1708497" y="1005084"/>
                </a:lnTo>
                <a:lnTo>
                  <a:pt x="1700951" y="1049213"/>
                </a:lnTo>
                <a:lnTo>
                  <a:pt x="1691245" y="1092843"/>
                </a:lnTo>
                <a:lnTo>
                  <a:pt x="1679411" y="1135891"/>
                </a:lnTo>
                <a:lnTo>
                  <a:pt x="1665479" y="1178274"/>
                </a:lnTo>
                <a:lnTo>
                  <a:pt x="1649482" y="1219911"/>
                </a:lnTo>
                <a:lnTo>
                  <a:pt x="1631451" y="1260719"/>
                </a:lnTo>
                <a:lnTo>
                  <a:pt x="1611418" y="1300616"/>
                </a:lnTo>
                <a:lnTo>
                  <a:pt x="1589414" y="1339521"/>
                </a:lnTo>
                <a:lnTo>
                  <a:pt x="1565471" y="1377350"/>
                </a:lnTo>
                <a:lnTo>
                  <a:pt x="1539620" y="1414022"/>
                </a:lnTo>
                <a:lnTo>
                  <a:pt x="1511892" y="1449455"/>
                </a:lnTo>
                <a:lnTo>
                  <a:pt x="1482321" y="1483566"/>
                </a:lnTo>
                <a:lnTo>
                  <a:pt x="1450936" y="1516273"/>
                </a:lnTo>
                <a:lnTo>
                  <a:pt x="1417770" y="1547495"/>
                </a:lnTo>
                <a:lnTo>
                  <a:pt x="1382854" y="1577148"/>
                </a:lnTo>
                <a:lnTo>
                  <a:pt x="1346220" y="1605151"/>
                </a:lnTo>
                <a:lnTo>
                  <a:pt x="1307899" y="1631422"/>
                </a:lnTo>
                <a:lnTo>
                  <a:pt x="1267923" y="1655878"/>
                </a:lnTo>
                <a:lnTo>
                  <a:pt x="1226323" y="1678438"/>
                </a:lnTo>
                <a:lnTo>
                  <a:pt x="1183132" y="1699018"/>
                </a:lnTo>
                <a:lnTo>
                  <a:pt x="1137868" y="1717723"/>
                </a:lnTo>
                <a:lnTo>
                  <a:pt x="1092183" y="1733801"/>
                </a:lnTo>
                <a:lnTo>
                  <a:pt x="1046165" y="1747285"/>
                </a:lnTo>
                <a:lnTo>
                  <a:pt x="999903" y="1758208"/>
                </a:lnTo>
                <a:lnTo>
                  <a:pt x="953484" y="1766606"/>
                </a:lnTo>
                <a:lnTo>
                  <a:pt x="906997" y="1772511"/>
                </a:lnTo>
                <a:lnTo>
                  <a:pt x="860530" y="1775958"/>
                </a:lnTo>
                <a:lnTo>
                  <a:pt x="814170" y="1776981"/>
                </a:lnTo>
                <a:lnTo>
                  <a:pt x="768007" y="1775613"/>
                </a:lnTo>
                <a:lnTo>
                  <a:pt x="722128" y="1771888"/>
                </a:lnTo>
                <a:lnTo>
                  <a:pt x="676622" y="1765841"/>
                </a:lnTo>
                <a:lnTo>
                  <a:pt x="631576" y="1757505"/>
                </a:lnTo>
                <a:lnTo>
                  <a:pt x="587078" y="1746914"/>
                </a:lnTo>
                <a:lnTo>
                  <a:pt x="543218" y="1734102"/>
                </a:lnTo>
                <a:lnTo>
                  <a:pt x="500083" y="1719103"/>
                </a:lnTo>
                <a:lnTo>
                  <a:pt x="457760" y="1701951"/>
                </a:lnTo>
                <a:lnTo>
                  <a:pt x="416340" y="1682679"/>
                </a:lnTo>
                <a:lnTo>
                  <a:pt x="375908" y="1661322"/>
                </a:lnTo>
                <a:lnTo>
                  <a:pt x="336555" y="1637913"/>
                </a:lnTo>
                <a:lnTo>
                  <a:pt x="298367" y="1612487"/>
                </a:lnTo>
                <a:lnTo>
                  <a:pt x="261433" y="1585077"/>
                </a:lnTo>
                <a:lnTo>
                  <a:pt x="225841" y="1555717"/>
                </a:lnTo>
                <a:lnTo>
                  <a:pt x="191679" y="1524441"/>
                </a:lnTo>
                <a:lnTo>
                  <a:pt x="159036" y="1491283"/>
                </a:lnTo>
                <a:lnTo>
                  <a:pt x="127999" y="1456277"/>
                </a:lnTo>
                <a:lnTo>
                  <a:pt x="98657" y="1419456"/>
                </a:lnTo>
                <a:lnTo>
                  <a:pt x="71098" y="1380855"/>
                </a:lnTo>
                <a:lnTo>
                  <a:pt x="45410" y="1340508"/>
                </a:lnTo>
                <a:lnTo>
                  <a:pt x="21681" y="1298447"/>
                </a:lnTo>
                <a:lnTo>
                  <a:pt x="0" y="1254709"/>
                </a:lnTo>
              </a:path>
            </a:pathLst>
          </a:custGeom>
          <a:ln w="8089">
            <a:solidFill>
              <a:srgbClr val="BABCB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9275375" name="object 6"/>
          <p:cNvSpPr/>
          <p:nvPr userDrawn="1"/>
        </p:nvSpPr>
        <p:spPr bwMode="auto">
          <a:xfrm>
            <a:off x="-42341" y="3410636"/>
            <a:ext cx="2056946" cy="2457836"/>
          </a:xfrm>
          <a:custGeom>
            <a:avLst/>
            <a:gdLst/>
            <a:ahLst/>
            <a:cxnLst/>
            <a:rect l="l" t="t" r="r" b="b"/>
            <a:pathLst>
              <a:path w="2189480" h="2616200" extrusionOk="0">
                <a:moveTo>
                  <a:pt x="0" y="2274576"/>
                </a:moveTo>
                <a:lnTo>
                  <a:pt x="43686" y="2312872"/>
                </a:lnTo>
                <a:lnTo>
                  <a:pt x="78452" y="2340869"/>
                </a:lnTo>
                <a:lnTo>
                  <a:pt x="114158" y="2367678"/>
                </a:lnTo>
                <a:lnTo>
                  <a:pt x="150774" y="2393274"/>
                </a:lnTo>
                <a:lnTo>
                  <a:pt x="188268" y="2417628"/>
                </a:lnTo>
                <a:lnTo>
                  <a:pt x="226609" y="2440713"/>
                </a:lnTo>
                <a:lnTo>
                  <a:pt x="265764" y="2462502"/>
                </a:lnTo>
                <a:lnTo>
                  <a:pt x="305702" y="2482967"/>
                </a:lnTo>
                <a:lnTo>
                  <a:pt x="346392" y="2502082"/>
                </a:lnTo>
                <a:lnTo>
                  <a:pt x="387801" y="2519819"/>
                </a:lnTo>
                <a:lnTo>
                  <a:pt x="429899" y="2536151"/>
                </a:lnTo>
                <a:lnTo>
                  <a:pt x="472653" y="2551050"/>
                </a:lnTo>
                <a:lnTo>
                  <a:pt x="516032" y="2564489"/>
                </a:lnTo>
                <a:lnTo>
                  <a:pt x="560004" y="2576440"/>
                </a:lnTo>
                <a:lnTo>
                  <a:pt x="604537" y="2586878"/>
                </a:lnTo>
                <a:lnTo>
                  <a:pt x="649601" y="2595773"/>
                </a:lnTo>
                <a:lnTo>
                  <a:pt x="695163" y="2603099"/>
                </a:lnTo>
                <a:lnTo>
                  <a:pt x="741191" y="2608829"/>
                </a:lnTo>
                <a:lnTo>
                  <a:pt x="787655" y="2612935"/>
                </a:lnTo>
                <a:lnTo>
                  <a:pt x="834521" y="2615390"/>
                </a:lnTo>
                <a:lnTo>
                  <a:pt x="881760" y="2616167"/>
                </a:lnTo>
                <a:lnTo>
                  <a:pt x="929338" y="2615238"/>
                </a:lnTo>
                <a:lnTo>
                  <a:pt x="977225" y="2612576"/>
                </a:lnTo>
                <a:lnTo>
                  <a:pt x="1024985" y="2608195"/>
                </a:lnTo>
                <a:lnTo>
                  <a:pt x="1072185" y="2602144"/>
                </a:lnTo>
                <a:lnTo>
                  <a:pt x="1118799" y="2594456"/>
                </a:lnTo>
                <a:lnTo>
                  <a:pt x="1164800" y="2585162"/>
                </a:lnTo>
                <a:lnTo>
                  <a:pt x="1210160" y="2574293"/>
                </a:lnTo>
                <a:lnTo>
                  <a:pt x="1254852" y="2561883"/>
                </a:lnTo>
                <a:lnTo>
                  <a:pt x="1298848" y="2547961"/>
                </a:lnTo>
                <a:lnTo>
                  <a:pt x="1342122" y="2532560"/>
                </a:lnTo>
                <a:lnTo>
                  <a:pt x="1384646" y="2515711"/>
                </a:lnTo>
                <a:lnTo>
                  <a:pt x="1426392" y="2497446"/>
                </a:lnTo>
                <a:lnTo>
                  <a:pt x="1467334" y="2477798"/>
                </a:lnTo>
                <a:lnTo>
                  <a:pt x="1507443" y="2456796"/>
                </a:lnTo>
                <a:lnTo>
                  <a:pt x="1546694" y="2434473"/>
                </a:lnTo>
                <a:lnTo>
                  <a:pt x="1585058" y="2410861"/>
                </a:lnTo>
                <a:lnTo>
                  <a:pt x="1622508" y="2385992"/>
                </a:lnTo>
                <a:lnTo>
                  <a:pt x="1659017" y="2359896"/>
                </a:lnTo>
                <a:lnTo>
                  <a:pt x="1694557" y="2332605"/>
                </a:lnTo>
                <a:lnTo>
                  <a:pt x="1729102" y="2304152"/>
                </a:lnTo>
                <a:lnTo>
                  <a:pt x="1762624" y="2274568"/>
                </a:lnTo>
                <a:lnTo>
                  <a:pt x="1795095" y="2243885"/>
                </a:lnTo>
                <a:lnTo>
                  <a:pt x="1826489" y="2212133"/>
                </a:lnTo>
                <a:lnTo>
                  <a:pt x="1856777" y="2179345"/>
                </a:lnTo>
                <a:lnTo>
                  <a:pt x="1885934" y="2145553"/>
                </a:lnTo>
                <a:lnTo>
                  <a:pt x="1913931" y="2110788"/>
                </a:lnTo>
                <a:lnTo>
                  <a:pt x="1940740" y="2075081"/>
                </a:lnTo>
                <a:lnTo>
                  <a:pt x="1966336" y="2038465"/>
                </a:lnTo>
                <a:lnTo>
                  <a:pt x="1990690" y="2000971"/>
                </a:lnTo>
                <a:lnTo>
                  <a:pt x="2013776" y="1962630"/>
                </a:lnTo>
                <a:lnTo>
                  <a:pt x="2035565" y="1923475"/>
                </a:lnTo>
                <a:lnTo>
                  <a:pt x="2056031" y="1883537"/>
                </a:lnTo>
                <a:lnTo>
                  <a:pt x="2075146" y="1842848"/>
                </a:lnTo>
                <a:lnTo>
                  <a:pt x="2092883" y="1801438"/>
                </a:lnTo>
                <a:lnTo>
                  <a:pt x="2109215" y="1759341"/>
                </a:lnTo>
                <a:lnTo>
                  <a:pt x="2124114" y="1716587"/>
                </a:lnTo>
                <a:lnTo>
                  <a:pt x="2137553" y="1673209"/>
                </a:lnTo>
                <a:lnTo>
                  <a:pt x="2149505" y="1629237"/>
                </a:lnTo>
                <a:lnTo>
                  <a:pt x="2159943" y="1584704"/>
                </a:lnTo>
                <a:lnTo>
                  <a:pt x="2168839" y="1539640"/>
                </a:lnTo>
                <a:lnTo>
                  <a:pt x="2176165" y="1494079"/>
                </a:lnTo>
                <a:lnTo>
                  <a:pt x="2181895" y="1448051"/>
                </a:lnTo>
                <a:lnTo>
                  <a:pt x="2186001" y="1401588"/>
                </a:lnTo>
                <a:lnTo>
                  <a:pt x="2188457" y="1354722"/>
                </a:lnTo>
                <a:lnTo>
                  <a:pt x="2189233" y="1307484"/>
                </a:lnTo>
                <a:lnTo>
                  <a:pt x="2188305" y="1259907"/>
                </a:lnTo>
                <a:lnTo>
                  <a:pt x="2185643" y="1212020"/>
                </a:lnTo>
                <a:lnTo>
                  <a:pt x="2181260" y="1164260"/>
                </a:lnTo>
                <a:lnTo>
                  <a:pt x="2175209" y="1117059"/>
                </a:lnTo>
                <a:lnTo>
                  <a:pt x="2167520" y="1070444"/>
                </a:lnTo>
                <a:lnTo>
                  <a:pt x="2158225" y="1024443"/>
                </a:lnTo>
                <a:lnTo>
                  <a:pt x="2147356" y="979082"/>
                </a:lnTo>
                <a:lnTo>
                  <a:pt x="2134945" y="934389"/>
                </a:lnTo>
                <a:lnTo>
                  <a:pt x="2121023" y="890392"/>
                </a:lnTo>
                <a:lnTo>
                  <a:pt x="2105621" y="847118"/>
                </a:lnTo>
                <a:lnTo>
                  <a:pt x="2088772" y="804594"/>
                </a:lnTo>
                <a:lnTo>
                  <a:pt x="2070508" y="762847"/>
                </a:lnTo>
                <a:lnTo>
                  <a:pt x="2050858" y="721905"/>
                </a:lnTo>
                <a:lnTo>
                  <a:pt x="2029857" y="681795"/>
                </a:lnTo>
                <a:lnTo>
                  <a:pt x="2007534" y="642544"/>
                </a:lnTo>
                <a:lnTo>
                  <a:pt x="1983922" y="604179"/>
                </a:lnTo>
                <a:lnTo>
                  <a:pt x="1959052" y="566729"/>
                </a:lnTo>
                <a:lnTo>
                  <a:pt x="1932956" y="530219"/>
                </a:lnTo>
                <a:lnTo>
                  <a:pt x="1905666" y="494679"/>
                </a:lnTo>
                <a:lnTo>
                  <a:pt x="1877212" y="460134"/>
                </a:lnTo>
                <a:lnTo>
                  <a:pt x="1847628" y="426612"/>
                </a:lnTo>
                <a:lnTo>
                  <a:pt x="1816945" y="394140"/>
                </a:lnTo>
                <a:lnTo>
                  <a:pt x="1785193" y="362746"/>
                </a:lnTo>
                <a:lnTo>
                  <a:pt x="1752405" y="332457"/>
                </a:lnTo>
                <a:lnTo>
                  <a:pt x="1718613" y="303301"/>
                </a:lnTo>
                <a:lnTo>
                  <a:pt x="1683848" y="275304"/>
                </a:lnTo>
                <a:lnTo>
                  <a:pt x="1648141" y="248494"/>
                </a:lnTo>
                <a:lnTo>
                  <a:pt x="1611525" y="222898"/>
                </a:lnTo>
                <a:lnTo>
                  <a:pt x="1574031" y="198543"/>
                </a:lnTo>
                <a:lnTo>
                  <a:pt x="1535690" y="175458"/>
                </a:lnTo>
                <a:lnTo>
                  <a:pt x="1496535" y="153669"/>
                </a:lnTo>
                <a:lnTo>
                  <a:pt x="1456597" y="133203"/>
                </a:lnTo>
                <a:lnTo>
                  <a:pt x="1415907" y="114087"/>
                </a:lnTo>
                <a:lnTo>
                  <a:pt x="1374498" y="96350"/>
                </a:lnTo>
                <a:lnTo>
                  <a:pt x="1332400" y="80018"/>
                </a:lnTo>
                <a:lnTo>
                  <a:pt x="1289646" y="65119"/>
                </a:lnTo>
                <a:lnTo>
                  <a:pt x="1246268" y="51680"/>
                </a:lnTo>
                <a:lnTo>
                  <a:pt x="1202295" y="39728"/>
                </a:lnTo>
                <a:lnTo>
                  <a:pt x="1157762" y="29290"/>
                </a:lnTo>
                <a:lnTo>
                  <a:pt x="1112698" y="20394"/>
                </a:lnTo>
                <a:lnTo>
                  <a:pt x="1067137" y="13068"/>
                </a:lnTo>
                <a:lnTo>
                  <a:pt x="1021108" y="7338"/>
                </a:lnTo>
                <a:lnTo>
                  <a:pt x="974645" y="3232"/>
                </a:lnTo>
                <a:lnTo>
                  <a:pt x="927778" y="776"/>
                </a:lnTo>
                <a:lnTo>
                  <a:pt x="880540" y="0"/>
                </a:lnTo>
                <a:lnTo>
                  <a:pt x="832961" y="928"/>
                </a:lnTo>
                <a:lnTo>
                  <a:pt x="785074" y="3590"/>
                </a:lnTo>
                <a:lnTo>
                  <a:pt x="737315" y="7973"/>
                </a:lnTo>
                <a:lnTo>
                  <a:pt x="690114" y="14024"/>
                </a:lnTo>
                <a:lnTo>
                  <a:pt x="643500" y="21713"/>
                </a:lnTo>
                <a:lnTo>
                  <a:pt x="597499" y="31008"/>
                </a:lnTo>
                <a:lnTo>
                  <a:pt x="552139" y="41877"/>
                </a:lnTo>
                <a:lnTo>
                  <a:pt x="507448" y="54288"/>
                </a:lnTo>
                <a:lnTo>
                  <a:pt x="463451" y="68210"/>
                </a:lnTo>
                <a:lnTo>
                  <a:pt x="420177" y="83612"/>
                </a:lnTo>
                <a:lnTo>
                  <a:pt x="377654" y="100461"/>
                </a:lnTo>
                <a:lnTo>
                  <a:pt x="335907" y="118725"/>
                </a:lnTo>
                <a:lnTo>
                  <a:pt x="294966" y="138375"/>
                </a:lnTo>
                <a:lnTo>
                  <a:pt x="254856" y="159376"/>
                </a:lnTo>
                <a:lnTo>
                  <a:pt x="215605" y="181699"/>
                </a:lnTo>
                <a:lnTo>
                  <a:pt x="177241" y="205311"/>
                </a:lnTo>
                <a:lnTo>
                  <a:pt x="139791" y="230181"/>
                </a:lnTo>
                <a:lnTo>
                  <a:pt x="103282" y="256277"/>
                </a:lnTo>
                <a:lnTo>
                  <a:pt x="67742" y="283567"/>
                </a:lnTo>
                <a:lnTo>
                  <a:pt x="33197" y="312020"/>
                </a:lnTo>
                <a:lnTo>
                  <a:pt x="0" y="341319"/>
                </a:lnTo>
              </a:path>
            </a:pathLst>
          </a:custGeom>
          <a:ln w="10134">
            <a:solidFill>
              <a:srgbClr val="BABCB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1786621264" name="object 214"/>
          <p:cNvPicPr/>
          <p:nvPr userDrawn="1"/>
        </p:nvPicPr>
        <p:blipFill rotWithShape="1">
          <a:blip r:embed="rId3"/>
          <a:stretch/>
        </p:blipFill>
        <p:spPr bwMode="auto">
          <a:xfrm>
            <a:off x="1634170" y="1851797"/>
            <a:ext cx="1784387" cy="1784641"/>
          </a:xfrm>
          <a:prstGeom prst="rect">
            <a:avLst/>
          </a:prstGeom>
        </p:spPr>
      </p:pic>
      <p:pic>
        <p:nvPicPr>
          <p:cNvPr id="1355616749" name="object 215"/>
          <p:cNvPicPr/>
          <p:nvPr userDrawn="1"/>
        </p:nvPicPr>
        <p:blipFill rotWithShape="1">
          <a:blip r:embed="rId4"/>
          <a:stretch/>
        </p:blipFill>
        <p:spPr bwMode="auto">
          <a:xfrm>
            <a:off x="1121631" y="6083903"/>
            <a:ext cx="677039" cy="677587"/>
          </a:xfrm>
          <a:prstGeom prst="rect">
            <a:avLst/>
          </a:prstGeom>
        </p:spPr>
      </p:pic>
      <p:sp>
        <p:nvSpPr>
          <p:cNvPr id="1012445619" name="TextBox 10"/>
          <p:cNvSpPr txBox="1"/>
          <p:nvPr userDrawn="1"/>
        </p:nvSpPr>
        <p:spPr bwMode="auto">
          <a:xfrm>
            <a:off x="334963" y="2744118"/>
            <a:ext cx="115220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defTabSz="914446" rtl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sz="2800" b="1">
                <a:solidFill>
                  <a:schemeClr val="bg1"/>
                </a:solidFill>
                <a:latin typeface="Arial"/>
                <a:ea typeface="+mj-ea"/>
                <a:cs typeface="+mj-cs"/>
              </a:rPr>
              <a:t>Спасибо за внимание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Базовый слайд с под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5221486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0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715072491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36000" y="908725"/>
            <a:ext cx="11520000" cy="215444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444924132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6000" y="150527"/>
            <a:ext cx="11520000" cy="369332"/>
          </a:xfrm>
        </p:spPr>
        <p:txBody>
          <a:bodyPr vert="horz"/>
          <a:lstStyle>
            <a:lvl1pPr>
              <a:defRPr b="1"/>
            </a:lvl1pPr>
          </a:lstStyle>
          <a:p>
            <a:pPr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57575008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1180876870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72394321" name="Объект 6"/>
          <p:cNvGraphicFramePr>
            <a:graphicFrameLocks noChangeAspect="1"/>
          </p:cNvGraphicFramePr>
          <p:nvPr/>
        </p:nvGraphicFramePr>
        <p:xfrm>
          <a:off x="1813" y="1441"/>
          <a:ext cx="1809" cy="1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2" imgW="0" imgH="0" progId="TCLayout.ActiveDocument.1">
                  <p:embed/>
                </p:oleObj>
              </mc:Choice>
              <mc:Fallback>
                <p:oleObj name="oleObj" r:id="rId22" imgW="0" imgH="0" progId="TCLayout.ActiveDocument.1">
                  <p:embed/>
                  <p:pic>
                    <p:nvPicPr>
                      <p:cNvPr id="472394321" name="Объект 6" hidden="1"/>
                      <p:cNvPicPr/>
                      <p:nvPr/>
                    </p:nvPicPr>
                    <p:blipFill rotWithShape="1">
                      <a:blip r:embed="rId23"/>
                      <a:stretch/>
                    </p:blipFill>
                    <p:spPr bwMode="auto">
                      <a:xfrm>
                        <a:off x="1813" y="1441"/>
                        <a:ext cx="1809" cy="1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75329969" name="Title Placeholder 1"/>
          <p:cNvSpPr>
            <a:spLocks noGrp="1"/>
          </p:cNvSpPr>
          <p:nvPr userDrawn="1">
            <p:ph type="title"/>
          </p:nvPr>
        </p:nvSpPr>
        <p:spPr bwMode="auto">
          <a:xfrm>
            <a:off x="336000" y="50800"/>
            <a:ext cx="11520000" cy="7386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pt) </a:t>
            </a:r>
            <a:endParaRPr/>
          </a:p>
        </p:txBody>
      </p:sp>
      <p:grpSp>
        <p:nvGrpSpPr>
          <p:cNvPr id="1728880389" name="ИЦ" hidden="1"/>
          <p:cNvGrpSpPr>
            <a:grpSpLocks noChangeAspect="1"/>
          </p:cNvGrpSpPr>
          <p:nvPr userDrawn="1"/>
        </p:nvGrpSpPr>
        <p:grpSpPr bwMode="auto">
          <a:xfrm>
            <a:off x="1254294" y="6387626"/>
            <a:ext cx="802663" cy="321812"/>
            <a:chOff x="664784" y="6387626"/>
            <a:chExt cx="802663" cy="321812"/>
          </a:xfrm>
          <a:solidFill>
            <a:srgbClr val="6C3F98"/>
          </a:solidFill>
        </p:grpSpPr>
        <p:grpSp>
          <p:nvGrpSpPr>
            <p:cNvPr id="69" name="Группа 68"/>
            <p:cNvGrpSpPr/>
            <p:nvPr userDrawn="1"/>
          </p:nvGrpSpPr>
          <p:grpSpPr bwMode="auto">
            <a:xfrm>
              <a:off x="664784" y="6387626"/>
              <a:ext cx="268176" cy="321812"/>
              <a:chOff x="664784" y="6387626"/>
              <a:chExt cx="268176" cy="321812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664784" y="6387626"/>
                <a:ext cx="268176" cy="321812"/>
              </a:xfrm>
              <a:custGeom>
                <a:avLst/>
                <a:gdLst>
                  <a:gd name="connsiteX0" fmla="*/ 119249 w 268176"/>
                  <a:gd name="connsiteY0" fmla="*/ 305542 h 321811"/>
                  <a:gd name="connsiteX1" fmla="*/ 134625 w 268176"/>
                  <a:gd name="connsiteY1" fmla="*/ 320918 h 321811"/>
                  <a:gd name="connsiteX2" fmla="*/ 227950 w 268176"/>
                  <a:gd name="connsiteY2" fmla="*/ 227592 h 321811"/>
                  <a:gd name="connsiteX3" fmla="*/ 266567 w 268176"/>
                  <a:gd name="connsiteY3" fmla="*/ 134625 h 321811"/>
                  <a:gd name="connsiteX4" fmla="*/ 134625 w 268176"/>
                  <a:gd name="connsiteY4" fmla="*/ 2682 h 321811"/>
                  <a:gd name="connsiteX5" fmla="*/ 2682 w 268176"/>
                  <a:gd name="connsiteY5" fmla="*/ 134267 h 321811"/>
                  <a:gd name="connsiteX6" fmla="*/ 41299 w 268176"/>
                  <a:gd name="connsiteY6" fmla="*/ 227235 h 321811"/>
                  <a:gd name="connsiteX7" fmla="*/ 49166 w 268176"/>
                  <a:gd name="connsiteY7" fmla="*/ 230453 h 321811"/>
                  <a:gd name="connsiteX8" fmla="*/ 59893 w 268176"/>
                  <a:gd name="connsiteY8" fmla="*/ 219726 h 321811"/>
                  <a:gd name="connsiteX9" fmla="*/ 56675 w 268176"/>
                  <a:gd name="connsiteY9" fmla="*/ 211859 h 321811"/>
                  <a:gd name="connsiteX10" fmla="*/ 24493 w 268176"/>
                  <a:gd name="connsiteY10" fmla="*/ 133909 h 321811"/>
                  <a:gd name="connsiteX11" fmla="*/ 134982 w 268176"/>
                  <a:gd name="connsiteY11" fmla="*/ 23421 h 321811"/>
                  <a:gd name="connsiteX12" fmla="*/ 245471 w 268176"/>
                  <a:gd name="connsiteY12" fmla="*/ 133909 h 321811"/>
                  <a:gd name="connsiteX13" fmla="*/ 213290 w 268176"/>
                  <a:gd name="connsiteY13" fmla="*/ 211859 h 321811"/>
                  <a:gd name="connsiteX14" fmla="*/ 119249 w 268176"/>
                  <a:gd name="connsiteY14" fmla="*/ 305542 h 321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8176" h="321811" extrusionOk="0">
                    <a:moveTo>
                      <a:pt x="119249" y="305542"/>
                    </a:moveTo>
                    <a:lnTo>
                      <a:pt x="134625" y="320918"/>
                    </a:lnTo>
                    <a:lnTo>
                      <a:pt x="227950" y="227592"/>
                    </a:lnTo>
                    <a:cubicBezTo>
                      <a:pt x="251907" y="203635"/>
                      <a:pt x="266567" y="170739"/>
                      <a:pt x="266567" y="134625"/>
                    </a:cubicBezTo>
                    <a:cubicBezTo>
                      <a:pt x="266567" y="61681"/>
                      <a:pt x="207569" y="2682"/>
                      <a:pt x="134625" y="2682"/>
                    </a:cubicBezTo>
                    <a:cubicBezTo>
                      <a:pt x="61681" y="2682"/>
                      <a:pt x="2682" y="61323"/>
                      <a:pt x="2682" y="134267"/>
                    </a:cubicBezTo>
                    <a:cubicBezTo>
                      <a:pt x="2682" y="170739"/>
                      <a:pt x="17342" y="203635"/>
                      <a:pt x="41299" y="227235"/>
                    </a:cubicBezTo>
                    <a:cubicBezTo>
                      <a:pt x="43087" y="229023"/>
                      <a:pt x="45948" y="230453"/>
                      <a:pt x="49166" y="230453"/>
                    </a:cubicBezTo>
                    <a:cubicBezTo>
                      <a:pt x="55244" y="230453"/>
                      <a:pt x="59893" y="225447"/>
                      <a:pt x="59893" y="219726"/>
                    </a:cubicBezTo>
                    <a:cubicBezTo>
                      <a:pt x="59893" y="216865"/>
                      <a:pt x="58462" y="214005"/>
                      <a:pt x="56675" y="211859"/>
                    </a:cubicBezTo>
                    <a:cubicBezTo>
                      <a:pt x="36651" y="191836"/>
                      <a:pt x="24493" y="164660"/>
                      <a:pt x="24493" y="133909"/>
                    </a:cubicBezTo>
                    <a:cubicBezTo>
                      <a:pt x="24493" y="73123"/>
                      <a:pt x="74195" y="23421"/>
                      <a:pt x="134982" y="23421"/>
                    </a:cubicBezTo>
                    <a:cubicBezTo>
                      <a:pt x="195769" y="23421"/>
                      <a:pt x="245471" y="73123"/>
                      <a:pt x="245471" y="133909"/>
                    </a:cubicBezTo>
                    <a:cubicBezTo>
                      <a:pt x="245471" y="164303"/>
                      <a:pt x="232956" y="192193"/>
                      <a:pt x="213290" y="211859"/>
                    </a:cubicBezTo>
                    <a:lnTo>
                      <a:pt x="119249" y="30554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761328" y="6430893"/>
                <a:ext cx="39333" cy="39333"/>
              </a:xfrm>
              <a:custGeom>
                <a:avLst/>
                <a:gdLst>
                  <a:gd name="connsiteX0" fmla="*/ 20918 w 39332"/>
                  <a:gd name="connsiteY0" fmla="*/ 39154 h 39332"/>
                  <a:gd name="connsiteX1" fmla="*/ 39154 w 39332"/>
                  <a:gd name="connsiteY1" fmla="*/ 20918 h 39332"/>
                  <a:gd name="connsiteX2" fmla="*/ 20918 w 39332"/>
                  <a:gd name="connsiteY2" fmla="*/ 2682 h 39332"/>
                  <a:gd name="connsiteX3" fmla="*/ 2682 w 39332"/>
                  <a:gd name="connsiteY3" fmla="*/ 20918 h 39332"/>
                  <a:gd name="connsiteX4" fmla="*/ 20918 w 39332"/>
                  <a:gd name="connsiteY4" fmla="*/ 39154 h 39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332" h="39332" extrusionOk="0">
                    <a:moveTo>
                      <a:pt x="20918" y="39154"/>
                    </a:moveTo>
                    <a:cubicBezTo>
                      <a:pt x="31287" y="39154"/>
                      <a:pt x="39154" y="30930"/>
                      <a:pt x="39154" y="20918"/>
                    </a:cubicBezTo>
                    <a:cubicBezTo>
                      <a:pt x="39154" y="10906"/>
                      <a:pt x="30930" y="2682"/>
                      <a:pt x="20918" y="2682"/>
                    </a:cubicBezTo>
                    <a:cubicBezTo>
                      <a:pt x="10548" y="2682"/>
                      <a:pt x="2682" y="10906"/>
                      <a:pt x="2682" y="20918"/>
                    </a:cubicBezTo>
                    <a:cubicBezTo>
                      <a:pt x="2682" y="30930"/>
                      <a:pt x="10548" y="39154"/>
                      <a:pt x="20918" y="39154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8" name="Полилиния: фигура 47"/>
              <p:cNvSpPr/>
              <p:nvPr/>
            </p:nvSpPr>
            <p:spPr bwMode="auto">
              <a:xfrm>
                <a:off x="744880" y="6475946"/>
                <a:ext cx="71514" cy="135876"/>
              </a:xfrm>
              <a:custGeom>
                <a:avLst/>
                <a:gdLst>
                  <a:gd name="connsiteX0" fmla="*/ 30930 w 71513"/>
                  <a:gd name="connsiteY0" fmla="*/ 44875 h 135876"/>
                  <a:gd name="connsiteX1" fmla="*/ 72050 w 71513"/>
                  <a:gd name="connsiteY1" fmla="*/ 28784 h 135876"/>
                  <a:gd name="connsiteX2" fmla="*/ 72050 w 71513"/>
                  <a:gd name="connsiteY2" fmla="*/ 10191 h 135876"/>
                  <a:gd name="connsiteX3" fmla="*/ 52384 w 71513"/>
                  <a:gd name="connsiteY3" fmla="*/ 2682 h 135876"/>
                  <a:gd name="connsiteX4" fmla="*/ 22348 w 71513"/>
                  <a:gd name="connsiteY4" fmla="*/ 2682 h 135876"/>
                  <a:gd name="connsiteX5" fmla="*/ 2682 w 71513"/>
                  <a:gd name="connsiteY5" fmla="*/ 10191 h 135876"/>
                  <a:gd name="connsiteX6" fmla="*/ 2682 w 71513"/>
                  <a:gd name="connsiteY6" fmla="*/ 67402 h 135876"/>
                  <a:gd name="connsiteX7" fmla="*/ 19488 w 71513"/>
                  <a:gd name="connsiteY7" fmla="*/ 74911 h 135876"/>
                  <a:gd name="connsiteX8" fmla="*/ 25209 w 71513"/>
                  <a:gd name="connsiteY8" fmla="*/ 134267 h 135876"/>
                  <a:gd name="connsiteX9" fmla="*/ 49881 w 71513"/>
                  <a:gd name="connsiteY9" fmla="*/ 134267 h 135876"/>
                  <a:gd name="connsiteX10" fmla="*/ 51669 w 71513"/>
                  <a:gd name="connsiteY10" fmla="*/ 113170 h 135876"/>
                  <a:gd name="connsiteX11" fmla="*/ 30930 w 71513"/>
                  <a:gd name="connsiteY11" fmla="*/ 44875 h 13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513" h="135876" extrusionOk="0">
                    <a:moveTo>
                      <a:pt x="30930" y="44875"/>
                    </a:moveTo>
                    <a:lnTo>
                      <a:pt x="72050" y="28784"/>
                    </a:lnTo>
                    <a:lnTo>
                      <a:pt x="72050" y="10191"/>
                    </a:lnTo>
                    <a:lnTo>
                      <a:pt x="52384" y="2682"/>
                    </a:lnTo>
                    <a:lnTo>
                      <a:pt x="22348" y="2682"/>
                    </a:lnTo>
                    <a:lnTo>
                      <a:pt x="2682" y="10191"/>
                    </a:lnTo>
                    <a:lnTo>
                      <a:pt x="2682" y="67402"/>
                    </a:lnTo>
                    <a:lnTo>
                      <a:pt x="19488" y="74911"/>
                    </a:lnTo>
                    <a:lnTo>
                      <a:pt x="25209" y="134267"/>
                    </a:lnTo>
                    <a:lnTo>
                      <a:pt x="49881" y="134267"/>
                    </a:lnTo>
                    <a:lnTo>
                      <a:pt x="51669" y="113170"/>
                    </a:lnTo>
                    <a:cubicBezTo>
                      <a:pt x="26996" y="84565"/>
                      <a:pt x="30930" y="44875"/>
                      <a:pt x="30930" y="44875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768529" y="6496684"/>
                <a:ext cx="96544" cy="114422"/>
              </a:xfrm>
              <a:custGeom>
                <a:avLst/>
                <a:gdLst>
                  <a:gd name="connsiteX0" fmla="*/ 11213 w 96543"/>
                  <a:gd name="connsiteY0" fmla="*/ 26996 h 114421"/>
                  <a:gd name="connsiteX1" fmla="*/ 48400 w 96543"/>
                  <a:gd name="connsiteY1" fmla="*/ 103516 h 114421"/>
                  <a:gd name="connsiteX2" fmla="*/ 85588 w 96543"/>
                  <a:gd name="connsiteY2" fmla="*/ 26996 h 114421"/>
                  <a:gd name="connsiteX3" fmla="*/ 48400 w 96543"/>
                  <a:gd name="connsiteY3" fmla="*/ 12336 h 114421"/>
                  <a:gd name="connsiteX4" fmla="*/ 11213 w 96543"/>
                  <a:gd name="connsiteY4" fmla="*/ 26996 h 114421"/>
                  <a:gd name="connsiteX5" fmla="*/ 48400 w 96543"/>
                  <a:gd name="connsiteY5" fmla="*/ 113170 h 114421"/>
                  <a:gd name="connsiteX6" fmla="*/ 46255 w 96543"/>
                  <a:gd name="connsiteY6" fmla="*/ 112098 h 114421"/>
                  <a:gd name="connsiteX7" fmla="*/ 2989 w 96543"/>
                  <a:gd name="connsiteY7" fmla="*/ 23421 h 114421"/>
                  <a:gd name="connsiteX8" fmla="*/ 3347 w 96543"/>
                  <a:gd name="connsiteY8" fmla="*/ 20560 h 114421"/>
                  <a:gd name="connsiteX9" fmla="*/ 48400 w 96543"/>
                  <a:gd name="connsiteY9" fmla="*/ 2682 h 114421"/>
                  <a:gd name="connsiteX10" fmla="*/ 93454 w 96543"/>
                  <a:gd name="connsiteY10" fmla="*/ 20560 h 114421"/>
                  <a:gd name="connsiteX11" fmla="*/ 93812 w 96543"/>
                  <a:gd name="connsiteY11" fmla="*/ 23421 h 114421"/>
                  <a:gd name="connsiteX12" fmla="*/ 50546 w 96543"/>
                  <a:gd name="connsiteY12" fmla="*/ 112098 h 114421"/>
                  <a:gd name="connsiteX13" fmla="*/ 48400 w 96543"/>
                  <a:gd name="connsiteY13" fmla="*/ 113170 h 1144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96543" h="114421" extrusionOk="0">
                    <a:moveTo>
                      <a:pt x="11213" y="26996"/>
                    </a:moveTo>
                    <a:cubicBezTo>
                      <a:pt x="10856" y="38081"/>
                      <a:pt x="11929" y="82420"/>
                      <a:pt x="48400" y="103516"/>
                    </a:cubicBezTo>
                    <a:cubicBezTo>
                      <a:pt x="84872" y="82420"/>
                      <a:pt x="85945" y="38081"/>
                      <a:pt x="85588" y="26996"/>
                    </a:cubicBezTo>
                    <a:lnTo>
                      <a:pt x="48400" y="12336"/>
                    </a:lnTo>
                    <a:lnTo>
                      <a:pt x="11213" y="26996"/>
                    </a:lnTo>
                    <a:close/>
                    <a:moveTo>
                      <a:pt x="48400" y="113170"/>
                    </a:moveTo>
                    <a:lnTo>
                      <a:pt x="46255" y="112098"/>
                    </a:lnTo>
                    <a:cubicBezTo>
                      <a:pt x="-2374" y="85638"/>
                      <a:pt x="2632" y="25924"/>
                      <a:pt x="2989" y="23421"/>
                    </a:cubicBezTo>
                    <a:lnTo>
                      <a:pt x="3347" y="20560"/>
                    </a:lnTo>
                    <a:lnTo>
                      <a:pt x="48400" y="2682"/>
                    </a:lnTo>
                    <a:lnTo>
                      <a:pt x="93454" y="20560"/>
                    </a:lnTo>
                    <a:lnTo>
                      <a:pt x="93812" y="23421"/>
                    </a:lnTo>
                    <a:cubicBezTo>
                      <a:pt x="94169" y="25924"/>
                      <a:pt x="99175" y="85638"/>
                      <a:pt x="50546" y="112098"/>
                    </a:cubicBezTo>
                    <a:lnTo>
                      <a:pt x="48400" y="11317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70" name="Группа 69"/>
            <p:cNvGrpSpPr/>
            <p:nvPr userDrawn="1"/>
          </p:nvGrpSpPr>
          <p:grpSpPr bwMode="auto">
            <a:xfrm>
              <a:off x="974003" y="6437687"/>
              <a:ext cx="493444" cy="173778"/>
              <a:chOff x="995893" y="6437687"/>
              <a:chExt cx="493444" cy="173778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1002329" y="6439117"/>
                <a:ext cx="50060" cy="64362"/>
              </a:xfrm>
              <a:custGeom>
                <a:avLst/>
                <a:gdLst>
                  <a:gd name="connsiteX0" fmla="*/ 48451 w 50059"/>
                  <a:gd name="connsiteY0" fmla="*/ 44160 h 64362"/>
                  <a:gd name="connsiteX1" fmla="*/ 26996 w 50059"/>
                  <a:gd name="connsiteY1" fmla="*/ 62396 h 64362"/>
                  <a:gd name="connsiteX2" fmla="*/ 2682 w 50059"/>
                  <a:gd name="connsiteY2" fmla="*/ 62396 h 64362"/>
                  <a:gd name="connsiteX3" fmla="*/ 2682 w 50059"/>
                  <a:gd name="connsiteY3" fmla="*/ 2682 h 64362"/>
                  <a:gd name="connsiteX4" fmla="*/ 44517 w 50059"/>
                  <a:gd name="connsiteY4" fmla="*/ 2682 h 64362"/>
                  <a:gd name="connsiteX5" fmla="*/ 40942 w 50059"/>
                  <a:gd name="connsiteY5" fmla="*/ 12694 h 64362"/>
                  <a:gd name="connsiteX6" fmla="*/ 13766 w 50059"/>
                  <a:gd name="connsiteY6" fmla="*/ 12694 h 64362"/>
                  <a:gd name="connsiteX7" fmla="*/ 13766 w 50059"/>
                  <a:gd name="connsiteY7" fmla="*/ 25924 h 64362"/>
                  <a:gd name="connsiteX8" fmla="*/ 26996 w 50059"/>
                  <a:gd name="connsiteY8" fmla="*/ 25924 h 64362"/>
                  <a:gd name="connsiteX9" fmla="*/ 48451 w 50059"/>
                  <a:gd name="connsiteY9" fmla="*/ 44160 h 64362"/>
                  <a:gd name="connsiteX10" fmla="*/ 25924 w 50059"/>
                  <a:gd name="connsiteY10" fmla="*/ 35221 h 64362"/>
                  <a:gd name="connsiteX11" fmla="*/ 13766 w 50059"/>
                  <a:gd name="connsiteY11" fmla="*/ 35221 h 64362"/>
                  <a:gd name="connsiteX12" fmla="*/ 13766 w 50059"/>
                  <a:gd name="connsiteY12" fmla="*/ 53099 h 64362"/>
                  <a:gd name="connsiteX13" fmla="*/ 25924 w 50059"/>
                  <a:gd name="connsiteY13" fmla="*/ 53099 h 64362"/>
                  <a:gd name="connsiteX14" fmla="*/ 36651 w 50059"/>
                  <a:gd name="connsiteY14" fmla="*/ 44160 h 64362"/>
                  <a:gd name="connsiteX15" fmla="*/ 25924 w 50059"/>
                  <a:gd name="connsiteY15" fmla="*/ 35221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0059" h="64362" extrusionOk="0">
                    <a:moveTo>
                      <a:pt x="48451" y="44160"/>
                    </a:moveTo>
                    <a:cubicBezTo>
                      <a:pt x="48451" y="54887"/>
                      <a:pt x="40226" y="62396"/>
                      <a:pt x="26996" y="62396"/>
                    </a:cubicBezTo>
                    <a:lnTo>
                      <a:pt x="2682" y="62396"/>
                    </a:lnTo>
                    <a:lnTo>
                      <a:pt x="2682" y="2682"/>
                    </a:lnTo>
                    <a:lnTo>
                      <a:pt x="44517" y="2682"/>
                    </a:lnTo>
                    <a:lnTo>
                      <a:pt x="40942" y="12694"/>
                    </a:lnTo>
                    <a:lnTo>
                      <a:pt x="13766" y="12694"/>
                    </a:lnTo>
                    <a:lnTo>
                      <a:pt x="13766" y="25924"/>
                    </a:lnTo>
                    <a:lnTo>
                      <a:pt x="26996" y="25924"/>
                    </a:lnTo>
                    <a:cubicBezTo>
                      <a:pt x="40226" y="25924"/>
                      <a:pt x="48451" y="33433"/>
                      <a:pt x="48451" y="44160"/>
                    </a:cubicBezTo>
                    <a:close/>
                    <a:moveTo>
                      <a:pt x="25924" y="35221"/>
                    </a:moveTo>
                    <a:lnTo>
                      <a:pt x="13766" y="35221"/>
                    </a:lnTo>
                    <a:lnTo>
                      <a:pt x="13766" y="53099"/>
                    </a:lnTo>
                    <a:lnTo>
                      <a:pt x="25924" y="53099"/>
                    </a:lnTo>
                    <a:cubicBezTo>
                      <a:pt x="32360" y="53099"/>
                      <a:pt x="36651" y="50238"/>
                      <a:pt x="36651" y="44160"/>
                    </a:cubicBezTo>
                    <a:cubicBezTo>
                      <a:pt x="36293" y="38439"/>
                      <a:pt x="32002" y="35221"/>
                      <a:pt x="25924" y="352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1053819" y="6455207"/>
                <a:ext cx="46484" cy="46484"/>
              </a:xfrm>
              <a:custGeom>
                <a:avLst/>
                <a:gdLst>
                  <a:gd name="connsiteX0" fmla="*/ 2682 w 46483"/>
                  <a:gd name="connsiteY0" fmla="*/ 25209 h 46483"/>
                  <a:gd name="connsiteX1" fmla="*/ 23778 w 46483"/>
                  <a:gd name="connsiteY1" fmla="*/ 2682 h 46483"/>
                  <a:gd name="connsiteX2" fmla="*/ 44517 w 46483"/>
                  <a:gd name="connsiteY2" fmla="*/ 26281 h 46483"/>
                  <a:gd name="connsiteX3" fmla="*/ 44517 w 46483"/>
                  <a:gd name="connsiteY3" fmla="*/ 28427 h 46483"/>
                  <a:gd name="connsiteX4" fmla="*/ 14482 w 46483"/>
                  <a:gd name="connsiteY4" fmla="*/ 28427 h 46483"/>
                  <a:gd name="connsiteX5" fmla="*/ 25924 w 46483"/>
                  <a:gd name="connsiteY5" fmla="*/ 37723 h 46483"/>
                  <a:gd name="connsiteX6" fmla="*/ 35578 w 46483"/>
                  <a:gd name="connsiteY6" fmla="*/ 33433 h 46483"/>
                  <a:gd name="connsiteX7" fmla="*/ 42372 w 46483"/>
                  <a:gd name="connsiteY7" fmla="*/ 40226 h 46483"/>
                  <a:gd name="connsiteX8" fmla="*/ 24493 w 46483"/>
                  <a:gd name="connsiteY8" fmla="*/ 47020 h 46483"/>
                  <a:gd name="connsiteX9" fmla="*/ 2682 w 46483"/>
                  <a:gd name="connsiteY9" fmla="*/ 25209 h 46483"/>
                  <a:gd name="connsiteX10" fmla="*/ 32718 w 46483"/>
                  <a:gd name="connsiteY10" fmla="*/ 20560 h 46483"/>
                  <a:gd name="connsiteX11" fmla="*/ 23421 w 46483"/>
                  <a:gd name="connsiteY11" fmla="*/ 11263 h 46483"/>
                  <a:gd name="connsiteX12" fmla="*/ 13766 w 46483"/>
                  <a:gd name="connsiteY12" fmla="*/ 20560 h 46483"/>
                  <a:gd name="connsiteX13" fmla="*/ 32718 w 46483"/>
                  <a:gd name="connsiteY13" fmla="*/ 20560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6483" h="46483" extrusionOk="0">
                    <a:moveTo>
                      <a:pt x="2682" y="25209"/>
                    </a:moveTo>
                    <a:cubicBezTo>
                      <a:pt x="2682" y="11979"/>
                      <a:pt x="11621" y="2682"/>
                      <a:pt x="23778" y="2682"/>
                    </a:cubicBezTo>
                    <a:cubicBezTo>
                      <a:pt x="35221" y="2682"/>
                      <a:pt x="44517" y="10191"/>
                      <a:pt x="44517" y="26281"/>
                    </a:cubicBezTo>
                    <a:lnTo>
                      <a:pt x="44517" y="28427"/>
                    </a:lnTo>
                    <a:lnTo>
                      <a:pt x="14482" y="28427"/>
                    </a:lnTo>
                    <a:cubicBezTo>
                      <a:pt x="15554" y="34863"/>
                      <a:pt x="20560" y="37723"/>
                      <a:pt x="25924" y="37723"/>
                    </a:cubicBezTo>
                    <a:cubicBezTo>
                      <a:pt x="29857" y="37723"/>
                      <a:pt x="33433" y="35936"/>
                      <a:pt x="35578" y="33433"/>
                    </a:cubicBezTo>
                    <a:lnTo>
                      <a:pt x="42372" y="40226"/>
                    </a:lnTo>
                    <a:cubicBezTo>
                      <a:pt x="37724" y="44875"/>
                      <a:pt x="31645" y="47020"/>
                      <a:pt x="24493" y="47020"/>
                    </a:cubicBezTo>
                    <a:cubicBezTo>
                      <a:pt x="13051" y="47378"/>
                      <a:pt x="2682" y="39154"/>
                      <a:pt x="2682" y="25209"/>
                    </a:cubicBezTo>
                    <a:close/>
                    <a:moveTo>
                      <a:pt x="32718" y="20560"/>
                    </a:moveTo>
                    <a:cubicBezTo>
                      <a:pt x="32360" y="15197"/>
                      <a:pt x="28784" y="11263"/>
                      <a:pt x="23421" y="11263"/>
                    </a:cubicBezTo>
                    <a:cubicBezTo>
                      <a:pt x="18057" y="11263"/>
                      <a:pt x="14482" y="15554"/>
                      <a:pt x="13766" y="20560"/>
                    </a:cubicBezTo>
                    <a:lnTo>
                      <a:pt x="32718" y="2056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2" name="Полилиния: фигура 51"/>
              <p:cNvSpPr/>
              <p:nvPr/>
            </p:nvSpPr>
            <p:spPr bwMode="auto">
              <a:xfrm>
                <a:off x="1099588" y="6455207"/>
                <a:ext cx="42908" cy="50060"/>
              </a:xfrm>
              <a:custGeom>
                <a:avLst/>
                <a:gdLst>
                  <a:gd name="connsiteX0" fmla="*/ 2682 w 42908"/>
                  <a:gd name="connsiteY0" fmla="*/ 41657 h 50059"/>
                  <a:gd name="connsiteX1" fmla="*/ 9476 w 42908"/>
                  <a:gd name="connsiteY1" fmla="*/ 34863 h 50059"/>
                  <a:gd name="connsiteX2" fmla="*/ 20918 w 42908"/>
                  <a:gd name="connsiteY2" fmla="*/ 38796 h 50059"/>
                  <a:gd name="connsiteX3" fmla="*/ 28784 w 42908"/>
                  <a:gd name="connsiteY3" fmla="*/ 33790 h 50059"/>
                  <a:gd name="connsiteX4" fmla="*/ 20560 w 42908"/>
                  <a:gd name="connsiteY4" fmla="*/ 29142 h 50059"/>
                  <a:gd name="connsiteX5" fmla="*/ 14839 w 42908"/>
                  <a:gd name="connsiteY5" fmla="*/ 29142 h 50059"/>
                  <a:gd name="connsiteX6" fmla="*/ 14839 w 42908"/>
                  <a:gd name="connsiteY6" fmla="*/ 20560 h 50059"/>
                  <a:gd name="connsiteX7" fmla="*/ 20918 w 42908"/>
                  <a:gd name="connsiteY7" fmla="*/ 20560 h 50059"/>
                  <a:gd name="connsiteX8" fmla="*/ 28069 w 42908"/>
                  <a:gd name="connsiteY8" fmla="*/ 15912 h 50059"/>
                  <a:gd name="connsiteX9" fmla="*/ 21633 w 42908"/>
                  <a:gd name="connsiteY9" fmla="*/ 11621 h 50059"/>
                  <a:gd name="connsiteX10" fmla="*/ 10906 w 42908"/>
                  <a:gd name="connsiteY10" fmla="*/ 14839 h 50059"/>
                  <a:gd name="connsiteX11" fmla="*/ 4470 w 42908"/>
                  <a:gd name="connsiteY11" fmla="*/ 8403 h 50059"/>
                  <a:gd name="connsiteX12" fmla="*/ 22348 w 42908"/>
                  <a:gd name="connsiteY12" fmla="*/ 2682 h 50059"/>
                  <a:gd name="connsiteX13" fmla="*/ 38796 w 42908"/>
                  <a:gd name="connsiteY13" fmla="*/ 14839 h 50059"/>
                  <a:gd name="connsiteX14" fmla="*/ 33075 w 42908"/>
                  <a:gd name="connsiteY14" fmla="*/ 24136 h 50059"/>
                  <a:gd name="connsiteX15" fmla="*/ 33075 w 42908"/>
                  <a:gd name="connsiteY15" fmla="*/ 24136 h 50059"/>
                  <a:gd name="connsiteX16" fmla="*/ 40226 w 42908"/>
                  <a:gd name="connsiteY16" fmla="*/ 33790 h 50059"/>
                  <a:gd name="connsiteX17" fmla="*/ 21633 w 42908"/>
                  <a:gd name="connsiteY17" fmla="*/ 47378 h 50059"/>
                  <a:gd name="connsiteX18" fmla="*/ 2682 w 42908"/>
                  <a:gd name="connsiteY18" fmla="*/ 41657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908" h="50059" extrusionOk="0">
                    <a:moveTo>
                      <a:pt x="2682" y="41657"/>
                    </a:moveTo>
                    <a:lnTo>
                      <a:pt x="9476" y="34863"/>
                    </a:lnTo>
                    <a:cubicBezTo>
                      <a:pt x="11979" y="37008"/>
                      <a:pt x="16627" y="38796"/>
                      <a:pt x="20918" y="38796"/>
                    </a:cubicBezTo>
                    <a:cubicBezTo>
                      <a:pt x="25566" y="38796"/>
                      <a:pt x="28784" y="37008"/>
                      <a:pt x="28784" y="33790"/>
                    </a:cubicBezTo>
                    <a:cubicBezTo>
                      <a:pt x="28784" y="30930"/>
                      <a:pt x="26639" y="29142"/>
                      <a:pt x="20560" y="29142"/>
                    </a:cubicBezTo>
                    <a:lnTo>
                      <a:pt x="14839" y="29142"/>
                    </a:lnTo>
                    <a:lnTo>
                      <a:pt x="14839" y="20560"/>
                    </a:lnTo>
                    <a:lnTo>
                      <a:pt x="20918" y="20560"/>
                    </a:lnTo>
                    <a:cubicBezTo>
                      <a:pt x="25566" y="20560"/>
                      <a:pt x="28069" y="18415"/>
                      <a:pt x="28069" y="15912"/>
                    </a:cubicBezTo>
                    <a:cubicBezTo>
                      <a:pt x="28069" y="13051"/>
                      <a:pt x="24851" y="11621"/>
                      <a:pt x="21633" y="11621"/>
                    </a:cubicBezTo>
                    <a:cubicBezTo>
                      <a:pt x="18415" y="11621"/>
                      <a:pt x="13766" y="13051"/>
                      <a:pt x="10906" y="14839"/>
                    </a:cubicBezTo>
                    <a:lnTo>
                      <a:pt x="4470" y="8403"/>
                    </a:lnTo>
                    <a:cubicBezTo>
                      <a:pt x="9118" y="4827"/>
                      <a:pt x="16269" y="2682"/>
                      <a:pt x="22348" y="2682"/>
                    </a:cubicBezTo>
                    <a:cubicBezTo>
                      <a:pt x="31645" y="2682"/>
                      <a:pt x="38796" y="7688"/>
                      <a:pt x="38796" y="14839"/>
                    </a:cubicBezTo>
                    <a:cubicBezTo>
                      <a:pt x="38796" y="18772"/>
                      <a:pt x="36651" y="22348"/>
                      <a:pt x="33075" y="24136"/>
                    </a:cubicBezTo>
                    <a:lnTo>
                      <a:pt x="33075" y="24136"/>
                    </a:lnTo>
                    <a:cubicBezTo>
                      <a:pt x="37366" y="25566"/>
                      <a:pt x="40226" y="29499"/>
                      <a:pt x="40226" y="33790"/>
                    </a:cubicBezTo>
                    <a:cubicBezTo>
                      <a:pt x="40226" y="42014"/>
                      <a:pt x="32002" y="47378"/>
                      <a:pt x="21633" y="47378"/>
                    </a:cubicBezTo>
                    <a:cubicBezTo>
                      <a:pt x="12694" y="47378"/>
                      <a:pt x="6973" y="44875"/>
                      <a:pt x="2682" y="416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1143211" y="6454850"/>
                <a:ext cx="46484" cy="50060"/>
              </a:xfrm>
              <a:custGeom>
                <a:avLst/>
                <a:gdLst>
                  <a:gd name="connsiteX0" fmla="*/ 2682 w 46483"/>
                  <a:gd name="connsiteY0" fmla="*/ 25209 h 50059"/>
                  <a:gd name="connsiteX1" fmla="*/ 24493 w 46483"/>
                  <a:gd name="connsiteY1" fmla="*/ 2682 h 50059"/>
                  <a:gd name="connsiteX2" fmla="*/ 46305 w 46483"/>
                  <a:gd name="connsiteY2" fmla="*/ 25209 h 50059"/>
                  <a:gd name="connsiteX3" fmla="*/ 24493 w 46483"/>
                  <a:gd name="connsiteY3" fmla="*/ 47735 h 50059"/>
                  <a:gd name="connsiteX4" fmla="*/ 2682 w 46483"/>
                  <a:gd name="connsiteY4" fmla="*/ 25209 h 50059"/>
                  <a:gd name="connsiteX5" fmla="*/ 35221 w 46483"/>
                  <a:gd name="connsiteY5" fmla="*/ 25209 h 50059"/>
                  <a:gd name="connsiteX6" fmla="*/ 24493 w 46483"/>
                  <a:gd name="connsiteY6" fmla="*/ 12336 h 50059"/>
                  <a:gd name="connsiteX7" fmla="*/ 13766 w 46483"/>
                  <a:gd name="connsiteY7" fmla="*/ 25209 h 50059"/>
                  <a:gd name="connsiteX8" fmla="*/ 24493 w 46483"/>
                  <a:gd name="connsiteY8" fmla="*/ 38081 h 50059"/>
                  <a:gd name="connsiteX9" fmla="*/ 35221 w 46483"/>
                  <a:gd name="connsiteY9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483" h="50059" extrusionOk="0">
                    <a:moveTo>
                      <a:pt x="2682" y="25209"/>
                    </a:moveTo>
                    <a:cubicBezTo>
                      <a:pt x="2682" y="11979"/>
                      <a:pt x="11979" y="2682"/>
                      <a:pt x="24493" y="2682"/>
                    </a:cubicBezTo>
                    <a:cubicBezTo>
                      <a:pt x="37008" y="2682"/>
                      <a:pt x="46305" y="11979"/>
                      <a:pt x="46305" y="25209"/>
                    </a:cubicBezTo>
                    <a:cubicBezTo>
                      <a:pt x="46305" y="38439"/>
                      <a:pt x="37008" y="47735"/>
                      <a:pt x="24493" y="47735"/>
                    </a:cubicBezTo>
                    <a:cubicBezTo>
                      <a:pt x="11979" y="47735"/>
                      <a:pt x="2682" y="38439"/>
                      <a:pt x="2682" y="25209"/>
                    </a:cubicBezTo>
                    <a:close/>
                    <a:moveTo>
                      <a:pt x="35221" y="25209"/>
                    </a:moveTo>
                    <a:cubicBezTo>
                      <a:pt x="35221" y="17700"/>
                      <a:pt x="30930" y="12336"/>
                      <a:pt x="24493" y="12336"/>
                    </a:cubicBezTo>
                    <a:cubicBezTo>
                      <a:pt x="18057" y="12336"/>
                      <a:pt x="13766" y="17700"/>
                      <a:pt x="13766" y="25209"/>
                    </a:cubicBezTo>
                    <a:cubicBezTo>
                      <a:pt x="13766" y="32718"/>
                      <a:pt x="18057" y="38081"/>
                      <a:pt x="24493" y="38081"/>
                    </a:cubicBezTo>
                    <a:cubicBezTo>
                      <a:pt x="30930" y="38439"/>
                      <a:pt x="35221" y="32718"/>
                      <a:pt x="35221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4" name="Полилиния: фигура 53"/>
              <p:cNvSpPr/>
              <p:nvPr/>
            </p:nvSpPr>
            <p:spPr bwMode="auto">
              <a:xfrm>
                <a:off x="1196131" y="6455923"/>
                <a:ext cx="39333" cy="46484"/>
              </a:xfrm>
              <a:custGeom>
                <a:avLst/>
                <a:gdLst>
                  <a:gd name="connsiteX0" fmla="*/ 2682 w 39332"/>
                  <a:gd name="connsiteY0" fmla="*/ 2682 h 46483"/>
                  <a:gd name="connsiteX1" fmla="*/ 39154 w 39332"/>
                  <a:gd name="connsiteY1" fmla="*/ 2682 h 46483"/>
                  <a:gd name="connsiteX2" fmla="*/ 39154 w 39332"/>
                  <a:gd name="connsiteY2" fmla="*/ 45590 h 46483"/>
                  <a:gd name="connsiteX3" fmla="*/ 28427 w 39332"/>
                  <a:gd name="connsiteY3" fmla="*/ 45590 h 46483"/>
                  <a:gd name="connsiteX4" fmla="*/ 28427 w 39332"/>
                  <a:gd name="connsiteY4" fmla="*/ 11979 h 46483"/>
                  <a:gd name="connsiteX5" fmla="*/ 13409 w 39332"/>
                  <a:gd name="connsiteY5" fmla="*/ 11979 h 46483"/>
                  <a:gd name="connsiteX6" fmla="*/ 13409 w 39332"/>
                  <a:gd name="connsiteY6" fmla="*/ 45590 h 46483"/>
                  <a:gd name="connsiteX7" fmla="*/ 2682 w 39332"/>
                  <a:gd name="connsiteY7" fmla="*/ 45590 h 46483"/>
                  <a:gd name="connsiteX8" fmla="*/ 2682 w 39332"/>
                  <a:gd name="connsiteY8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332" h="46483" extrusionOk="0">
                    <a:moveTo>
                      <a:pt x="2682" y="2682"/>
                    </a:moveTo>
                    <a:lnTo>
                      <a:pt x="39154" y="2682"/>
                    </a:lnTo>
                    <a:lnTo>
                      <a:pt x="39154" y="45590"/>
                    </a:lnTo>
                    <a:lnTo>
                      <a:pt x="28427" y="45590"/>
                    </a:lnTo>
                    <a:lnTo>
                      <a:pt x="28427" y="11979"/>
                    </a:lnTo>
                    <a:lnTo>
                      <a:pt x="13409" y="11979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/>
              <p:cNvSpPr/>
              <p:nvPr/>
            </p:nvSpPr>
            <p:spPr bwMode="auto">
              <a:xfrm>
                <a:off x="1241543" y="6455207"/>
                <a:ext cx="42908" cy="50060"/>
              </a:xfrm>
              <a:custGeom>
                <a:avLst/>
                <a:gdLst>
                  <a:gd name="connsiteX0" fmla="*/ 2682 w 42908"/>
                  <a:gd name="connsiteY0" fmla="*/ 33433 h 50059"/>
                  <a:gd name="connsiteX1" fmla="*/ 21633 w 42908"/>
                  <a:gd name="connsiteY1" fmla="*/ 19487 h 50059"/>
                  <a:gd name="connsiteX2" fmla="*/ 29499 w 42908"/>
                  <a:gd name="connsiteY2" fmla="*/ 19845 h 50059"/>
                  <a:gd name="connsiteX3" fmla="*/ 29499 w 42908"/>
                  <a:gd name="connsiteY3" fmla="*/ 18772 h 50059"/>
                  <a:gd name="connsiteX4" fmla="*/ 21633 w 42908"/>
                  <a:gd name="connsiteY4" fmla="*/ 11979 h 50059"/>
                  <a:gd name="connsiteX5" fmla="*/ 10906 w 42908"/>
                  <a:gd name="connsiteY5" fmla="*/ 15554 h 50059"/>
                  <a:gd name="connsiteX6" fmla="*/ 4470 w 42908"/>
                  <a:gd name="connsiteY6" fmla="*/ 9118 h 50059"/>
                  <a:gd name="connsiteX7" fmla="*/ 21990 w 42908"/>
                  <a:gd name="connsiteY7" fmla="*/ 2682 h 50059"/>
                  <a:gd name="connsiteX8" fmla="*/ 40226 w 42908"/>
                  <a:gd name="connsiteY8" fmla="*/ 19130 h 50059"/>
                  <a:gd name="connsiteX9" fmla="*/ 40226 w 42908"/>
                  <a:gd name="connsiteY9" fmla="*/ 47020 h 50059"/>
                  <a:gd name="connsiteX10" fmla="*/ 29499 w 42908"/>
                  <a:gd name="connsiteY10" fmla="*/ 47020 h 50059"/>
                  <a:gd name="connsiteX11" fmla="*/ 29499 w 42908"/>
                  <a:gd name="connsiteY11" fmla="*/ 42729 h 50059"/>
                  <a:gd name="connsiteX12" fmla="*/ 29499 w 42908"/>
                  <a:gd name="connsiteY12" fmla="*/ 42729 h 50059"/>
                  <a:gd name="connsiteX13" fmla="*/ 17700 w 42908"/>
                  <a:gd name="connsiteY13" fmla="*/ 47735 h 50059"/>
                  <a:gd name="connsiteX14" fmla="*/ 2682 w 42908"/>
                  <a:gd name="connsiteY14" fmla="*/ 33433 h 50059"/>
                  <a:gd name="connsiteX15" fmla="*/ 29499 w 42908"/>
                  <a:gd name="connsiteY15" fmla="*/ 29499 h 50059"/>
                  <a:gd name="connsiteX16" fmla="*/ 29499 w 42908"/>
                  <a:gd name="connsiteY16" fmla="*/ 27712 h 50059"/>
                  <a:gd name="connsiteX17" fmla="*/ 23063 w 42908"/>
                  <a:gd name="connsiteY17" fmla="*/ 26996 h 50059"/>
                  <a:gd name="connsiteX18" fmla="*/ 13409 w 42908"/>
                  <a:gd name="connsiteY18" fmla="*/ 32718 h 50059"/>
                  <a:gd name="connsiteX19" fmla="*/ 20203 w 42908"/>
                  <a:gd name="connsiteY19" fmla="*/ 38439 h 50059"/>
                  <a:gd name="connsiteX20" fmla="*/ 29499 w 42908"/>
                  <a:gd name="connsiteY20" fmla="*/ 2949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908" h="50059" extrusionOk="0">
                    <a:moveTo>
                      <a:pt x="2682" y="33433"/>
                    </a:moveTo>
                    <a:cubicBezTo>
                      <a:pt x="2682" y="26639"/>
                      <a:pt x="8045" y="19487"/>
                      <a:pt x="21633" y="19487"/>
                    </a:cubicBezTo>
                    <a:cubicBezTo>
                      <a:pt x="23778" y="19487"/>
                      <a:pt x="26996" y="19487"/>
                      <a:pt x="29499" y="19845"/>
                    </a:cubicBezTo>
                    <a:lnTo>
                      <a:pt x="29499" y="18772"/>
                    </a:lnTo>
                    <a:cubicBezTo>
                      <a:pt x="29499" y="14124"/>
                      <a:pt x="25924" y="11979"/>
                      <a:pt x="21633" y="11979"/>
                    </a:cubicBezTo>
                    <a:cubicBezTo>
                      <a:pt x="17342" y="11979"/>
                      <a:pt x="13766" y="13409"/>
                      <a:pt x="10906" y="15554"/>
                    </a:cubicBezTo>
                    <a:lnTo>
                      <a:pt x="4470" y="9118"/>
                    </a:lnTo>
                    <a:cubicBezTo>
                      <a:pt x="9118" y="4827"/>
                      <a:pt x="15912" y="2682"/>
                      <a:pt x="21990" y="2682"/>
                    </a:cubicBezTo>
                    <a:cubicBezTo>
                      <a:pt x="33075" y="2682"/>
                      <a:pt x="40226" y="8760"/>
                      <a:pt x="40226" y="19130"/>
                    </a:cubicBezTo>
                    <a:lnTo>
                      <a:pt x="40226" y="47020"/>
                    </a:lnTo>
                    <a:lnTo>
                      <a:pt x="29499" y="47020"/>
                    </a:lnTo>
                    <a:lnTo>
                      <a:pt x="29499" y="42729"/>
                    </a:lnTo>
                    <a:lnTo>
                      <a:pt x="29499" y="42729"/>
                    </a:lnTo>
                    <a:cubicBezTo>
                      <a:pt x="26996" y="45948"/>
                      <a:pt x="23063" y="47735"/>
                      <a:pt x="17700" y="47735"/>
                    </a:cubicBezTo>
                    <a:cubicBezTo>
                      <a:pt x="9118" y="47378"/>
                      <a:pt x="2682" y="41299"/>
                      <a:pt x="2682" y="33433"/>
                    </a:cubicBezTo>
                    <a:close/>
                    <a:moveTo>
                      <a:pt x="29499" y="29499"/>
                    </a:moveTo>
                    <a:lnTo>
                      <a:pt x="29499" y="27712"/>
                    </a:lnTo>
                    <a:cubicBezTo>
                      <a:pt x="27354" y="27354"/>
                      <a:pt x="24851" y="26996"/>
                      <a:pt x="23063" y="26996"/>
                    </a:cubicBezTo>
                    <a:cubicBezTo>
                      <a:pt x="16627" y="26996"/>
                      <a:pt x="13409" y="29142"/>
                      <a:pt x="13409" y="32718"/>
                    </a:cubicBezTo>
                    <a:cubicBezTo>
                      <a:pt x="13409" y="35578"/>
                      <a:pt x="15912" y="38439"/>
                      <a:pt x="20203" y="38439"/>
                    </a:cubicBezTo>
                    <a:cubicBezTo>
                      <a:pt x="24851" y="38796"/>
                      <a:pt x="29499" y="35936"/>
                      <a:pt x="29499" y="294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6" name="Полилиния: фигура 55"/>
              <p:cNvSpPr/>
              <p:nvPr/>
            </p:nvSpPr>
            <p:spPr bwMode="auto">
              <a:xfrm>
                <a:off x="1287669" y="6454850"/>
                <a:ext cx="39333" cy="50060"/>
              </a:xfrm>
              <a:custGeom>
                <a:avLst/>
                <a:gdLst>
                  <a:gd name="connsiteX0" fmla="*/ 2682 w 39332"/>
                  <a:gd name="connsiteY0" fmla="*/ 25209 h 50059"/>
                  <a:gd name="connsiteX1" fmla="*/ 23778 w 39332"/>
                  <a:gd name="connsiteY1" fmla="*/ 2682 h 50059"/>
                  <a:gd name="connsiteX2" fmla="*/ 39511 w 39332"/>
                  <a:gd name="connsiteY2" fmla="*/ 8760 h 50059"/>
                  <a:gd name="connsiteX3" fmla="*/ 32718 w 39332"/>
                  <a:gd name="connsiteY3" fmla="*/ 15554 h 50059"/>
                  <a:gd name="connsiteX4" fmla="*/ 24136 w 39332"/>
                  <a:gd name="connsiteY4" fmla="*/ 12336 h 50059"/>
                  <a:gd name="connsiteX5" fmla="*/ 13409 w 39332"/>
                  <a:gd name="connsiteY5" fmla="*/ 25209 h 50059"/>
                  <a:gd name="connsiteX6" fmla="*/ 24136 w 39332"/>
                  <a:gd name="connsiteY6" fmla="*/ 38081 h 50059"/>
                  <a:gd name="connsiteX7" fmla="*/ 32718 w 39332"/>
                  <a:gd name="connsiteY7" fmla="*/ 34863 h 50059"/>
                  <a:gd name="connsiteX8" fmla="*/ 39511 w 39332"/>
                  <a:gd name="connsiteY8" fmla="*/ 41657 h 50059"/>
                  <a:gd name="connsiteX9" fmla="*/ 23778 w 39332"/>
                  <a:gd name="connsiteY9" fmla="*/ 47735 h 50059"/>
                  <a:gd name="connsiteX10" fmla="*/ 2682 w 39332"/>
                  <a:gd name="connsiteY10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332" h="50059" extrusionOk="0">
                    <a:moveTo>
                      <a:pt x="2682" y="25209"/>
                    </a:moveTo>
                    <a:cubicBezTo>
                      <a:pt x="2682" y="11979"/>
                      <a:pt x="11263" y="2682"/>
                      <a:pt x="23778" y="2682"/>
                    </a:cubicBezTo>
                    <a:cubicBezTo>
                      <a:pt x="29857" y="2682"/>
                      <a:pt x="35221" y="4470"/>
                      <a:pt x="39511" y="8760"/>
                    </a:cubicBezTo>
                    <a:lnTo>
                      <a:pt x="32718" y="15554"/>
                    </a:lnTo>
                    <a:cubicBezTo>
                      <a:pt x="30572" y="13409"/>
                      <a:pt x="27712" y="12336"/>
                      <a:pt x="24136" y="12336"/>
                    </a:cubicBezTo>
                    <a:cubicBezTo>
                      <a:pt x="17700" y="12336"/>
                      <a:pt x="13409" y="17700"/>
                      <a:pt x="13409" y="25209"/>
                    </a:cubicBezTo>
                    <a:cubicBezTo>
                      <a:pt x="13409" y="32718"/>
                      <a:pt x="17700" y="38081"/>
                      <a:pt x="24136" y="38081"/>
                    </a:cubicBezTo>
                    <a:cubicBezTo>
                      <a:pt x="27712" y="38081"/>
                      <a:pt x="30572" y="36651"/>
                      <a:pt x="32718" y="34863"/>
                    </a:cubicBezTo>
                    <a:lnTo>
                      <a:pt x="39511" y="41657"/>
                    </a:lnTo>
                    <a:cubicBezTo>
                      <a:pt x="35221" y="45948"/>
                      <a:pt x="29499" y="47735"/>
                      <a:pt x="23778" y="47735"/>
                    </a:cubicBezTo>
                    <a:cubicBezTo>
                      <a:pt x="11621" y="47735"/>
                      <a:pt x="2682" y="38439"/>
                      <a:pt x="2682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7" name="Полилиния: фигура 56"/>
              <p:cNvSpPr/>
              <p:nvPr/>
            </p:nvSpPr>
            <p:spPr bwMode="auto">
              <a:xfrm>
                <a:off x="1332723" y="6455923"/>
                <a:ext cx="42908" cy="46484"/>
              </a:xfrm>
              <a:custGeom>
                <a:avLst/>
                <a:gdLst>
                  <a:gd name="connsiteX0" fmla="*/ 2682 w 42908"/>
                  <a:gd name="connsiteY0" fmla="*/ 2682 h 46483"/>
                  <a:gd name="connsiteX1" fmla="*/ 13409 w 42908"/>
                  <a:gd name="connsiteY1" fmla="*/ 2682 h 46483"/>
                  <a:gd name="connsiteX2" fmla="*/ 13409 w 42908"/>
                  <a:gd name="connsiteY2" fmla="*/ 19130 h 46483"/>
                  <a:gd name="connsiteX3" fmla="*/ 29499 w 42908"/>
                  <a:gd name="connsiteY3" fmla="*/ 19130 h 46483"/>
                  <a:gd name="connsiteX4" fmla="*/ 29499 w 42908"/>
                  <a:gd name="connsiteY4" fmla="*/ 2682 h 46483"/>
                  <a:gd name="connsiteX5" fmla="*/ 40226 w 42908"/>
                  <a:gd name="connsiteY5" fmla="*/ 2682 h 46483"/>
                  <a:gd name="connsiteX6" fmla="*/ 40226 w 42908"/>
                  <a:gd name="connsiteY6" fmla="*/ 45590 h 46483"/>
                  <a:gd name="connsiteX7" fmla="*/ 29499 w 42908"/>
                  <a:gd name="connsiteY7" fmla="*/ 45590 h 46483"/>
                  <a:gd name="connsiteX8" fmla="*/ 29499 w 42908"/>
                  <a:gd name="connsiteY8" fmla="*/ 28427 h 46483"/>
                  <a:gd name="connsiteX9" fmla="*/ 13409 w 42908"/>
                  <a:gd name="connsiteY9" fmla="*/ 28427 h 46483"/>
                  <a:gd name="connsiteX10" fmla="*/ 13409 w 42908"/>
                  <a:gd name="connsiteY10" fmla="*/ 45590 h 46483"/>
                  <a:gd name="connsiteX11" fmla="*/ 2682 w 42908"/>
                  <a:gd name="connsiteY11" fmla="*/ 45590 h 46483"/>
                  <a:gd name="connsiteX12" fmla="*/ 2682 w 42908"/>
                  <a:gd name="connsiteY12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908" h="46483" extrusionOk="0">
                    <a:moveTo>
                      <a:pt x="2682" y="2682"/>
                    </a:moveTo>
                    <a:lnTo>
                      <a:pt x="13409" y="2682"/>
                    </a:lnTo>
                    <a:lnTo>
                      <a:pt x="13409" y="19130"/>
                    </a:lnTo>
                    <a:lnTo>
                      <a:pt x="29499" y="19130"/>
                    </a:lnTo>
                    <a:lnTo>
                      <a:pt x="29499" y="2682"/>
                    </a:lnTo>
                    <a:lnTo>
                      <a:pt x="40226" y="2682"/>
                    </a:lnTo>
                    <a:lnTo>
                      <a:pt x="40226" y="45590"/>
                    </a:lnTo>
                    <a:lnTo>
                      <a:pt x="29499" y="45590"/>
                    </a:lnTo>
                    <a:lnTo>
                      <a:pt x="29499" y="28427"/>
                    </a:lnTo>
                    <a:lnTo>
                      <a:pt x="13409" y="28427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8" name="Полилиния: фигура 57"/>
              <p:cNvSpPr/>
              <p:nvPr/>
            </p:nvSpPr>
            <p:spPr bwMode="auto">
              <a:xfrm>
                <a:off x="1382425" y="6455923"/>
                <a:ext cx="57211" cy="46484"/>
              </a:xfrm>
              <a:custGeom>
                <a:avLst/>
                <a:gdLst>
                  <a:gd name="connsiteX0" fmla="*/ 13409 w 57210"/>
                  <a:gd name="connsiteY0" fmla="*/ 2682 h 46483"/>
                  <a:gd name="connsiteX1" fmla="*/ 13409 w 57210"/>
                  <a:gd name="connsiteY1" fmla="*/ 15554 h 46483"/>
                  <a:gd name="connsiteX2" fmla="*/ 22348 w 57210"/>
                  <a:gd name="connsiteY2" fmla="*/ 15554 h 46483"/>
                  <a:gd name="connsiteX3" fmla="*/ 39154 w 57210"/>
                  <a:gd name="connsiteY3" fmla="*/ 30572 h 46483"/>
                  <a:gd name="connsiteX4" fmla="*/ 22348 w 57210"/>
                  <a:gd name="connsiteY4" fmla="*/ 45590 h 46483"/>
                  <a:gd name="connsiteX5" fmla="*/ 2682 w 57210"/>
                  <a:gd name="connsiteY5" fmla="*/ 45590 h 46483"/>
                  <a:gd name="connsiteX6" fmla="*/ 2682 w 57210"/>
                  <a:gd name="connsiteY6" fmla="*/ 2682 h 46483"/>
                  <a:gd name="connsiteX7" fmla="*/ 13409 w 57210"/>
                  <a:gd name="connsiteY7" fmla="*/ 2682 h 46483"/>
                  <a:gd name="connsiteX8" fmla="*/ 20560 w 57210"/>
                  <a:gd name="connsiteY8" fmla="*/ 37008 h 46483"/>
                  <a:gd name="connsiteX9" fmla="*/ 27354 w 57210"/>
                  <a:gd name="connsiteY9" fmla="*/ 30930 h 46483"/>
                  <a:gd name="connsiteX10" fmla="*/ 20560 w 57210"/>
                  <a:gd name="connsiteY10" fmla="*/ 24851 h 46483"/>
                  <a:gd name="connsiteX11" fmla="*/ 13051 w 57210"/>
                  <a:gd name="connsiteY11" fmla="*/ 24851 h 46483"/>
                  <a:gd name="connsiteX12" fmla="*/ 13051 w 57210"/>
                  <a:gd name="connsiteY12" fmla="*/ 37008 h 46483"/>
                  <a:gd name="connsiteX13" fmla="*/ 20560 w 57210"/>
                  <a:gd name="connsiteY13" fmla="*/ 37008 h 46483"/>
                  <a:gd name="connsiteX14" fmla="*/ 43802 w 57210"/>
                  <a:gd name="connsiteY14" fmla="*/ 2682 h 46483"/>
                  <a:gd name="connsiteX15" fmla="*/ 54529 w 57210"/>
                  <a:gd name="connsiteY15" fmla="*/ 2682 h 46483"/>
                  <a:gd name="connsiteX16" fmla="*/ 54529 w 57210"/>
                  <a:gd name="connsiteY16" fmla="*/ 45590 h 46483"/>
                  <a:gd name="connsiteX17" fmla="*/ 43802 w 57210"/>
                  <a:gd name="connsiteY17" fmla="*/ 45590 h 46483"/>
                  <a:gd name="connsiteX18" fmla="*/ 43802 w 57210"/>
                  <a:gd name="connsiteY18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7210" h="46483" extrusionOk="0">
                    <a:moveTo>
                      <a:pt x="13409" y="2682"/>
                    </a:moveTo>
                    <a:lnTo>
                      <a:pt x="13409" y="15554"/>
                    </a:lnTo>
                    <a:lnTo>
                      <a:pt x="22348" y="15554"/>
                    </a:lnTo>
                    <a:cubicBezTo>
                      <a:pt x="31645" y="15554"/>
                      <a:pt x="39154" y="21633"/>
                      <a:pt x="39154" y="30572"/>
                    </a:cubicBezTo>
                    <a:cubicBezTo>
                      <a:pt x="39154" y="39154"/>
                      <a:pt x="31645" y="45590"/>
                      <a:pt x="22348" y="45590"/>
                    </a:cubicBezTo>
                    <a:lnTo>
                      <a:pt x="2682" y="45590"/>
                    </a:lnTo>
                    <a:lnTo>
                      <a:pt x="2682" y="2682"/>
                    </a:lnTo>
                    <a:lnTo>
                      <a:pt x="13409" y="2682"/>
                    </a:lnTo>
                    <a:close/>
                    <a:moveTo>
                      <a:pt x="20560" y="37008"/>
                    </a:moveTo>
                    <a:cubicBezTo>
                      <a:pt x="24493" y="37008"/>
                      <a:pt x="27354" y="34505"/>
                      <a:pt x="27354" y="30930"/>
                    </a:cubicBezTo>
                    <a:cubicBezTo>
                      <a:pt x="27354" y="27354"/>
                      <a:pt x="24493" y="24851"/>
                      <a:pt x="20560" y="24851"/>
                    </a:cubicBezTo>
                    <a:lnTo>
                      <a:pt x="13051" y="24851"/>
                    </a:lnTo>
                    <a:lnTo>
                      <a:pt x="13051" y="37008"/>
                    </a:lnTo>
                    <a:lnTo>
                      <a:pt x="20560" y="37008"/>
                    </a:lnTo>
                    <a:close/>
                    <a:moveTo>
                      <a:pt x="43802" y="2682"/>
                    </a:moveTo>
                    <a:lnTo>
                      <a:pt x="54529" y="2682"/>
                    </a:lnTo>
                    <a:lnTo>
                      <a:pt x="54529" y="45590"/>
                    </a:lnTo>
                    <a:lnTo>
                      <a:pt x="43802" y="45590"/>
                    </a:lnTo>
                    <a:lnTo>
                      <a:pt x="4380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9" name="Полилиния: фигура 58"/>
              <p:cNvSpPr/>
              <p:nvPr/>
            </p:nvSpPr>
            <p:spPr bwMode="auto">
              <a:xfrm>
                <a:off x="1446429" y="6437687"/>
                <a:ext cx="42908" cy="64362"/>
              </a:xfrm>
              <a:custGeom>
                <a:avLst/>
                <a:gdLst>
                  <a:gd name="connsiteX0" fmla="*/ 2682 w 42908"/>
                  <a:gd name="connsiteY0" fmla="*/ 20918 h 64362"/>
                  <a:gd name="connsiteX1" fmla="*/ 13409 w 42908"/>
                  <a:gd name="connsiteY1" fmla="*/ 20918 h 64362"/>
                  <a:gd name="connsiteX2" fmla="*/ 13409 w 42908"/>
                  <a:gd name="connsiteY2" fmla="*/ 47378 h 64362"/>
                  <a:gd name="connsiteX3" fmla="*/ 13409 w 42908"/>
                  <a:gd name="connsiteY3" fmla="*/ 47378 h 64362"/>
                  <a:gd name="connsiteX4" fmla="*/ 31287 w 42908"/>
                  <a:gd name="connsiteY4" fmla="*/ 20918 h 64362"/>
                  <a:gd name="connsiteX5" fmla="*/ 40584 w 42908"/>
                  <a:gd name="connsiteY5" fmla="*/ 20918 h 64362"/>
                  <a:gd name="connsiteX6" fmla="*/ 40584 w 42908"/>
                  <a:gd name="connsiteY6" fmla="*/ 63826 h 64362"/>
                  <a:gd name="connsiteX7" fmla="*/ 29857 w 42908"/>
                  <a:gd name="connsiteY7" fmla="*/ 63826 h 64362"/>
                  <a:gd name="connsiteX8" fmla="*/ 29857 w 42908"/>
                  <a:gd name="connsiteY8" fmla="*/ 37366 h 64362"/>
                  <a:gd name="connsiteX9" fmla="*/ 29857 w 42908"/>
                  <a:gd name="connsiteY9" fmla="*/ 37366 h 64362"/>
                  <a:gd name="connsiteX10" fmla="*/ 11979 w 42908"/>
                  <a:gd name="connsiteY10" fmla="*/ 63826 h 64362"/>
                  <a:gd name="connsiteX11" fmla="*/ 2682 w 42908"/>
                  <a:gd name="connsiteY11" fmla="*/ 63826 h 64362"/>
                  <a:gd name="connsiteX12" fmla="*/ 2682 w 42908"/>
                  <a:gd name="connsiteY12" fmla="*/ 20918 h 64362"/>
                  <a:gd name="connsiteX13" fmla="*/ 7688 w 42908"/>
                  <a:gd name="connsiteY13" fmla="*/ 8403 h 64362"/>
                  <a:gd name="connsiteX14" fmla="*/ 13409 w 42908"/>
                  <a:gd name="connsiteY14" fmla="*/ 2682 h 64362"/>
                  <a:gd name="connsiteX15" fmla="*/ 21633 w 42908"/>
                  <a:gd name="connsiteY15" fmla="*/ 7688 h 64362"/>
                  <a:gd name="connsiteX16" fmla="*/ 30215 w 42908"/>
                  <a:gd name="connsiteY16" fmla="*/ 2682 h 64362"/>
                  <a:gd name="connsiteX17" fmla="*/ 35936 w 42908"/>
                  <a:gd name="connsiteY17" fmla="*/ 8403 h 64362"/>
                  <a:gd name="connsiteX18" fmla="*/ 21991 w 42908"/>
                  <a:gd name="connsiteY18" fmla="*/ 16269 h 64362"/>
                  <a:gd name="connsiteX19" fmla="*/ 7688 w 42908"/>
                  <a:gd name="connsiteY19" fmla="*/ 8403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2908" h="64362" extrusionOk="0">
                    <a:moveTo>
                      <a:pt x="2682" y="20918"/>
                    </a:moveTo>
                    <a:lnTo>
                      <a:pt x="13409" y="20918"/>
                    </a:lnTo>
                    <a:lnTo>
                      <a:pt x="13409" y="47378"/>
                    </a:lnTo>
                    <a:lnTo>
                      <a:pt x="13409" y="47378"/>
                    </a:lnTo>
                    <a:lnTo>
                      <a:pt x="31287" y="20918"/>
                    </a:lnTo>
                    <a:lnTo>
                      <a:pt x="40584" y="20918"/>
                    </a:lnTo>
                    <a:lnTo>
                      <a:pt x="40584" y="63826"/>
                    </a:lnTo>
                    <a:lnTo>
                      <a:pt x="29857" y="63826"/>
                    </a:lnTo>
                    <a:lnTo>
                      <a:pt x="29857" y="37366"/>
                    </a:lnTo>
                    <a:lnTo>
                      <a:pt x="29857" y="37366"/>
                    </a:lnTo>
                    <a:lnTo>
                      <a:pt x="11979" y="63826"/>
                    </a:lnTo>
                    <a:lnTo>
                      <a:pt x="2682" y="63826"/>
                    </a:lnTo>
                    <a:lnTo>
                      <a:pt x="2682" y="20918"/>
                    </a:lnTo>
                    <a:close/>
                    <a:moveTo>
                      <a:pt x="7688" y="8403"/>
                    </a:moveTo>
                    <a:lnTo>
                      <a:pt x="13409" y="2682"/>
                    </a:lnTo>
                    <a:cubicBezTo>
                      <a:pt x="14839" y="4827"/>
                      <a:pt x="17700" y="7688"/>
                      <a:pt x="21633" y="7688"/>
                    </a:cubicBezTo>
                    <a:cubicBezTo>
                      <a:pt x="26281" y="7688"/>
                      <a:pt x="28784" y="4827"/>
                      <a:pt x="30215" y="2682"/>
                    </a:cubicBezTo>
                    <a:lnTo>
                      <a:pt x="35936" y="8403"/>
                    </a:lnTo>
                    <a:cubicBezTo>
                      <a:pt x="34148" y="11263"/>
                      <a:pt x="29499" y="16269"/>
                      <a:pt x="21991" y="16269"/>
                    </a:cubicBezTo>
                    <a:cubicBezTo>
                      <a:pt x="14124" y="16269"/>
                      <a:pt x="9476" y="11263"/>
                      <a:pt x="7688" y="840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0" name="Полилиния: фигура 59"/>
              <p:cNvSpPr/>
              <p:nvPr/>
            </p:nvSpPr>
            <p:spPr bwMode="auto">
              <a:xfrm>
                <a:off x="995893" y="6548175"/>
                <a:ext cx="42908" cy="46484"/>
              </a:xfrm>
              <a:custGeom>
                <a:avLst/>
                <a:gdLst>
                  <a:gd name="connsiteX0" fmla="*/ 15554 w 42908"/>
                  <a:gd name="connsiteY0" fmla="*/ 11979 h 46483"/>
                  <a:gd name="connsiteX1" fmla="*/ 2682 w 42908"/>
                  <a:gd name="connsiteY1" fmla="*/ 11979 h 46483"/>
                  <a:gd name="connsiteX2" fmla="*/ 2682 w 42908"/>
                  <a:gd name="connsiteY2" fmla="*/ 2682 h 46483"/>
                  <a:gd name="connsiteX3" fmla="*/ 40226 w 42908"/>
                  <a:gd name="connsiteY3" fmla="*/ 2682 h 46483"/>
                  <a:gd name="connsiteX4" fmla="*/ 37008 w 42908"/>
                  <a:gd name="connsiteY4" fmla="*/ 11979 h 46483"/>
                  <a:gd name="connsiteX5" fmla="*/ 26639 w 42908"/>
                  <a:gd name="connsiteY5" fmla="*/ 11979 h 46483"/>
                  <a:gd name="connsiteX6" fmla="*/ 26639 w 42908"/>
                  <a:gd name="connsiteY6" fmla="*/ 45590 h 46483"/>
                  <a:gd name="connsiteX7" fmla="*/ 15912 w 42908"/>
                  <a:gd name="connsiteY7" fmla="*/ 45590 h 46483"/>
                  <a:gd name="connsiteX8" fmla="*/ 15912 w 42908"/>
                  <a:gd name="connsiteY8" fmla="*/ 11979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908" h="46483" extrusionOk="0">
                    <a:moveTo>
                      <a:pt x="15554" y="11979"/>
                    </a:moveTo>
                    <a:lnTo>
                      <a:pt x="2682" y="11979"/>
                    </a:lnTo>
                    <a:lnTo>
                      <a:pt x="2682" y="2682"/>
                    </a:lnTo>
                    <a:lnTo>
                      <a:pt x="40226" y="2682"/>
                    </a:lnTo>
                    <a:lnTo>
                      <a:pt x="37008" y="11979"/>
                    </a:lnTo>
                    <a:lnTo>
                      <a:pt x="26639" y="11979"/>
                    </a:lnTo>
                    <a:lnTo>
                      <a:pt x="26639" y="45590"/>
                    </a:lnTo>
                    <a:lnTo>
                      <a:pt x="15912" y="45590"/>
                    </a:lnTo>
                    <a:lnTo>
                      <a:pt x="15912" y="1197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1" name="Полилиния: фигура 60"/>
              <p:cNvSpPr/>
              <p:nvPr/>
            </p:nvSpPr>
            <p:spPr bwMode="auto">
              <a:xfrm>
                <a:off x="1039516" y="6547103"/>
                <a:ext cx="46484" cy="64362"/>
              </a:xfrm>
              <a:custGeom>
                <a:avLst/>
                <a:gdLst>
                  <a:gd name="connsiteX0" fmla="*/ 13409 w 46483"/>
                  <a:gd name="connsiteY0" fmla="*/ 62753 h 64362"/>
                  <a:gd name="connsiteX1" fmla="*/ 2682 w 46483"/>
                  <a:gd name="connsiteY1" fmla="*/ 62753 h 64362"/>
                  <a:gd name="connsiteX2" fmla="*/ 2682 w 46483"/>
                  <a:gd name="connsiteY2" fmla="*/ 3754 h 64362"/>
                  <a:gd name="connsiteX3" fmla="*/ 13409 w 46483"/>
                  <a:gd name="connsiteY3" fmla="*/ 3754 h 64362"/>
                  <a:gd name="connsiteX4" fmla="*/ 13409 w 46483"/>
                  <a:gd name="connsiteY4" fmla="*/ 9118 h 64362"/>
                  <a:gd name="connsiteX5" fmla="*/ 13409 w 46483"/>
                  <a:gd name="connsiteY5" fmla="*/ 9118 h 64362"/>
                  <a:gd name="connsiteX6" fmla="*/ 26281 w 46483"/>
                  <a:gd name="connsiteY6" fmla="*/ 2682 h 64362"/>
                  <a:gd name="connsiteX7" fmla="*/ 45948 w 46483"/>
                  <a:gd name="connsiteY7" fmla="*/ 25209 h 64362"/>
                  <a:gd name="connsiteX8" fmla="*/ 26281 w 46483"/>
                  <a:gd name="connsiteY8" fmla="*/ 47735 h 64362"/>
                  <a:gd name="connsiteX9" fmla="*/ 13409 w 46483"/>
                  <a:gd name="connsiteY9" fmla="*/ 41299 h 64362"/>
                  <a:gd name="connsiteX10" fmla="*/ 13409 w 46483"/>
                  <a:gd name="connsiteY10" fmla="*/ 41299 h 64362"/>
                  <a:gd name="connsiteX11" fmla="*/ 13409 w 46483"/>
                  <a:gd name="connsiteY11" fmla="*/ 62753 h 64362"/>
                  <a:gd name="connsiteX12" fmla="*/ 24136 w 46483"/>
                  <a:gd name="connsiteY12" fmla="*/ 38081 h 64362"/>
                  <a:gd name="connsiteX13" fmla="*/ 35221 w 46483"/>
                  <a:gd name="connsiteY13" fmla="*/ 25209 h 64362"/>
                  <a:gd name="connsiteX14" fmla="*/ 24136 w 46483"/>
                  <a:gd name="connsiteY14" fmla="*/ 12336 h 64362"/>
                  <a:gd name="connsiteX15" fmla="*/ 13051 w 46483"/>
                  <a:gd name="connsiteY15" fmla="*/ 25209 h 64362"/>
                  <a:gd name="connsiteX16" fmla="*/ 24136 w 46483"/>
                  <a:gd name="connsiteY16" fmla="*/ 38081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6483" h="64362" extrusionOk="0">
                    <a:moveTo>
                      <a:pt x="13409" y="62753"/>
                    </a:moveTo>
                    <a:lnTo>
                      <a:pt x="2682" y="62753"/>
                    </a:lnTo>
                    <a:lnTo>
                      <a:pt x="2682" y="3754"/>
                    </a:lnTo>
                    <a:lnTo>
                      <a:pt x="13409" y="3754"/>
                    </a:lnTo>
                    <a:lnTo>
                      <a:pt x="13409" y="9118"/>
                    </a:lnTo>
                    <a:lnTo>
                      <a:pt x="13409" y="9118"/>
                    </a:lnTo>
                    <a:cubicBezTo>
                      <a:pt x="15554" y="5900"/>
                      <a:pt x="19845" y="2682"/>
                      <a:pt x="26281" y="2682"/>
                    </a:cubicBezTo>
                    <a:cubicBezTo>
                      <a:pt x="37724" y="2682"/>
                      <a:pt x="45948" y="11979"/>
                      <a:pt x="45948" y="25209"/>
                    </a:cubicBezTo>
                    <a:cubicBezTo>
                      <a:pt x="45948" y="38439"/>
                      <a:pt x="37366" y="47735"/>
                      <a:pt x="26281" y="47735"/>
                    </a:cubicBezTo>
                    <a:cubicBezTo>
                      <a:pt x="19845" y="47735"/>
                      <a:pt x="15554" y="44517"/>
                      <a:pt x="13409" y="41299"/>
                    </a:cubicBezTo>
                    <a:lnTo>
                      <a:pt x="13409" y="41299"/>
                    </a:lnTo>
                    <a:lnTo>
                      <a:pt x="13409" y="62753"/>
                    </a:lnTo>
                    <a:close/>
                    <a:moveTo>
                      <a:pt x="24136" y="38081"/>
                    </a:moveTo>
                    <a:cubicBezTo>
                      <a:pt x="30572" y="38081"/>
                      <a:pt x="35221" y="32718"/>
                      <a:pt x="35221" y="25209"/>
                    </a:cubicBezTo>
                    <a:cubicBezTo>
                      <a:pt x="35221" y="18057"/>
                      <a:pt x="30572" y="12336"/>
                      <a:pt x="24136" y="12336"/>
                    </a:cubicBezTo>
                    <a:cubicBezTo>
                      <a:pt x="17700" y="12336"/>
                      <a:pt x="13051" y="17700"/>
                      <a:pt x="13051" y="25209"/>
                    </a:cubicBezTo>
                    <a:cubicBezTo>
                      <a:pt x="12694" y="32718"/>
                      <a:pt x="17342" y="38081"/>
                      <a:pt x="24136" y="380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2" name="Полилиния: фигура 61"/>
              <p:cNvSpPr/>
              <p:nvPr/>
            </p:nvSpPr>
            <p:spPr bwMode="auto">
              <a:xfrm>
                <a:off x="1089218" y="6547460"/>
                <a:ext cx="42908" cy="50060"/>
              </a:xfrm>
              <a:custGeom>
                <a:avLst/>
                <a:gdLst>
                  <a:gd name="connsiteX0" fmla="*/ 2682 w 42908"/>
                  <a:gd name="connsiteY0" fmla="*/ 33433 h 50059"/>
                  <a:gd name="connsiteX1" fmla="*/ 21633 w 42908"/>
                  <a:gd name="connsiteY1" fmla="*/ 19487 h 50059"/>
                  <a:gd name="connsiteX2" fmla="*/ 29499 w 42908"/>
                  <a:gd name="connsiteY2" fmla="*/ 19845 h 50059"/>
                  <a:gd name="connsiteX3" fmla="*/ 29499 w 42908"/>
                  <a:gd name="connsiteY3" fmla="*/ 18772 h 50059"/>
                  <a:gd name="connsiteX4" fmla="*/ 21633 w 42908"/>
                  <a:gd name="connsiteY4" fmla="*/ 11979 h 50059"/>
                  <a:gd name="connsiteX5" fmla="*/ 10906 w 42908"/>
                  <a:gd name="connsiteY5" fmla="*/ 15554 h 50059"/>
                  <a:gd name="connsiteX6" fmla="*/ 4470 w 42908"/>
                  <a:gd name="connsiteY6" fmla="*/ 9118 h 50059"/>
                  <a:gd name="connsiteX7" fmla="*/ 21991 w 42908"/>
                  <a:gd name="connsiteY7" fmla="*/ 2682 h 50059"/>
                  <a:gd name="connsiteX8" fmla="*/ 40226 w 42908"/>
                  <a:gd name="connsiteY8" fmla="*/ 19130 h 50059"/>
                  <a:gd name="connsiteX9" fmla="*/ 40226 w 42908"/>
                  <a:gd name="connsiteY9" fmla="*/ 47020 h 50059"/>
                  <a:gd name="connsiteX10" fmla="*/ 29499 w 42908"/>
                  <a:gd name="connsiteY10" fmla="*/ 47020 h 50059"/>
                  <a:gd name="connsiteX11" fmla="*/ 29499 w 42908"/>
                  <a:gd name="connsiteY11" fmla="*/ 42729 h 50059"/>
                  <a:gd name="connsiteX12" fmla="*/ 29499 w 42908"/>
                  <a:gd name="connsiteY12" fmla="*/ 42729 h 50059"/>
                  <a:gd name="connsiteX13" fmla="*/ 17700 w 42908"/>
                  <a:gd name="connsiteY13" fmla="*/ 47735 h 50059"/>
                  <a:gd name="connsiteX14" fmla="*/ 2682 w 42908"/>
                  <a:gd name="connsiteY14" fmla="*/ 33433 h 50059"/>
                  <a:gd name="connsiteX15" fmla="*/ 29499 w 42908"/>
                  <a:gd name="connsiteY15" fmla="*/ 29499 h 50059"/>
                  <a:gd name="connsiteX16" fmla="*/ 29499 w 42908"/>
                  <a:gd name="connsiteY16" fmla="*/ 27712 h 50059"/>
                  <a:gd name="connsiteX17" fmla="*/ 23063 w 42908"/>
                  <a:gd name="connsiteY17" fmla="*/ 26996 h 50059"/>
                  <a:gd name="connsiteX18" fmla="*/ 13409 w 42908"/>
                  <a:gd name="connsiteY18" fmla="*/ 32718 h 50059"/>
                  <a:gd name="connsiteX19" fmla="*/ 20203 w 42908"/>
                  <a:gd name="connsiteY19" fmla="*/ 38439 h 50059"/>
                  <a:gd name="connsiteX20" fmla="*/ 29499 w 42908"/>
                  <a:gd name="connsiteY20" fmla="*/ 2949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908" h="50059" extrusionOk="0">
                    <a:moveTo>
                      <a:pt x="2682" y="33433"/>
                    </a:moveTo>
                    <a:cubicBezTo>
                      <a:pt x="2682" y="26639"/>
                      <a:pt x="8045" y="19487"/>
                      <a:pt x="21633" y="19487"/>
                    </a:cubicBezTo>
                    <a:cubicBezTo>
                      <a:pt x="23778" y="19487"/>
                      <a:pt x="26996" y="19487"/>
                      <a:pt x="29499" y="19845"/>
                    </a:cubicBezTo>
                    <a:lnTo>
                      <a:pt x="29499" y="18772"/>
                    </a:lnTo>
                    <a:cubicBezTo>
                      <a:pt x="29499" y="14124"/>
                      <a:pt x="25924" y="11979"/>
                      <a:pt x="21633" y="11979"/>
                    </a:cubicBezTo>
                    <a:cubicBezTo>
                      <a:pt x="17342" y="11979"/>
                      <a:pt x="13766" y="13409"/>
                      <a:pt x="10906" y="15554"/>
                    </a:cubicBezTo>
                    <a:lnTo>
                      <a:pt x="4470" y="9118"/>
                    </a:lnTo>
                    <a:cubicBezTo>
                      <a:pt x="9118" y="4827"/>
                      <a:pt x="15912" y="2682"/>
                      <a:pt x="21991" y="2682"/>
                    </a:cubicBezTo>
                    <a:cubicBezTo>
                      <a:pt x="33075" y="2682"/>
                      <a:pt x="40226" y="8760"/>
                      <a:pt x="40226" y="19130"/>
                    </a:cubicBezTo>
                    <a:lnTo>
                      <a:pt x="40226" y="47020"/>
                    </a:lnTo>
                    <a:lnTo>
                      <a:pt x="29499" y="47020"/>
                    </a:lnTo>
                    <a:lnTo>
                      <a:pt x="29499" y="42729"/>
                    </a:lnTo>
                    <a:lnTo>
                      <a:pt x="29499" y="42729"/>
                    </a:lnTo>
                    <a:cubicBezTo>
                      <a:pt x="26996" y="45948"/>
                      <a:pt x="23063" y="47735"/>
                      <a:pt x="17700" y="47735"/>
                    </a:cubicBezTo>
                    <a:cubicBezTo>
                      <a:pt x="9118" y="47378"/>
                      <a:pt x="2682" y="41299"/>
                      <a:pt x="2682" y="33433"/>
                    </a:cubicBezTo>
                    <a:close/>
                    <a:moveTo>
                      <a:pt x="29499" y="29499"/>
                    </a:moveTo>
                    <a:lnTo>
                      <a:pt x="29499" y="27712"/>
                    </a:lnTo>
                    <a:cubicBezTo>
                      <a:pt x="27354" y="27354"/>
                      <a:pt x="24851" y="26996"/>
                      <a:pt x="23063" y="26996"/>
                    </a:cubicBezTo>
                    <a:cubicBezTo>
                      <a:pt x="16627" y="26996"/>
                      <a:pt x="13409" y="29142"/>
                      <a:pt x="13409" y="32718"/>
                    </a:cubicBezTo>
                    <a:cubicBezTo>
                      <a:pt x="13409" y="35578"/>
                      <a:pt x="15912" y="38439"/>
                      <a:pt x="20203" y="38439"/>
                    </a:cubicBezTo>
                    <a:cubicBezTo>
                      <a:pt x="24851" y="38796"/>
                      <a:pt x="29499" y="35936"/>
                      <a:pt x="29499" y="294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3" name="Полилиния: фигура 62"/>
              <p:cNvSpPr/>
              <p:nvPr/>
            </p:nvSpPr>
            <p:spPr bwMode="auto">
              <a:xfrm>
                <a:off x="1138205" y="6548175"/>
                <a:ext cx="42908" cy="46484"/>
              </a:xfrm>
              <a:custGeom>
                <a:avLst/>
                <a:gdLst>
                  <a:gd name="connsiteX0" fmla="*/ 2682 w 42908"/>
                  <a:gd name="connsiteY0" fmla="*/ 2682 h 46483"/>
                  <a:gd name="connsiteX1" fmla="*/ 13409 w 42908"/>
                  <a:gd name="connsiteY1" fmla="*/ 2682 h 46483"/>
                  <a:gd name="connsiteX2" fmla="*/ 13409 w 42908"/>
                  <a:gd name="connsiteY2" fmla="*/ 19130 h 46483"/>
                  <a:gd name="connsiteX3" fmla="*/ 29499 w 42908"/>
                  <a:gd name="connsiteY3" fmla="*/ 19130 h 46483"/>
                  <a:gd name="connsiteX4" fmla="*/ 29499 w 42908"/>
                  <a:gd name="connsiteY4" fmla="*/ 2682 h 46483"/>
                  <a:gd name="connsiteX5" fmla="*/ 40226 w 42908"/>
                  <a:gd name="connsiteY5" fmla="*/ 2682 h 46483"/>
                  <a:gd name="connsiteX6" fmla="*/ 40226 w 42908"/>
                  <a:gd name="connsiteY6" fmla="*/ 45590 h 46483"/>
                  <a:gd name="connsiteX7" fmla="*/ 29499 w 42908"/>
                  <a:gd name="connsiteY7" fmla="*/ 45590 h 46483"/>
                  <a:gd name="connsiteX8" fmla="*/ 29499 w 42908"/>
                  <a:gd name="connsiteY8" fmla="*/ 28427 h 46483"/>
                  <a:gd name="connsiteX9" fmla="*/ 13409 w 42908"/>
                  <a:gd name="connsiteY9" fmla="*/ 28427 h 46483"/>
                  <a:gd name="connsiteX10" fmla="*/ 13409 w 42908"/>
                  <a:gd name="connsiteY10" fmla="*/ 45590 h 46483"/>
                  <a:gd name="connsiteX11" fmla="*/ 2682 w 42908"/>
                  <a:gd name="connsiteY11" fmla="*/ 45590 h 46483"/>
                  <a:gd name="connsiteX12" fmla="*/ 2682 w 42908"/>
                  <a:gd name="connsiteY12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908" h="46483" extrusionOk="0">
                    <a:moveTo>
                      <a:pt x="2682" y="2682"/>
                    </a:moveTo>
                    <a:lnTo>
                      <a:pt x="13409" y="2682"/>
                    </a:lnTo>
                    <a:lnTo>
                      <a:pt x="13409" y="19130"/>
                    </a:lnTo>
                    <a:lnTo>
                      <a:pt x="29499" y="19130"/>
                    </a:lnTo>
                    <a:lnTo>
                      <a:pt x="29499" y="2682"/>
                    </a:lnTo>
                    <a:lnTo>
                      <a:pt x="40226" y="2682"/>
                    </a:lnTo>
                    <a:lnTo>
                      <a:pt x="40226" y="45590"/>
                    </a:lnTo>
                    <a:lnTo>
                      <a:pt x="29499" y="45590"/>
                    </a:lnTo>
                    <a:lnTo>
                      <a:pt x="29499" y="28427"/>
                    </a:lnTo>
                    <a:lnTo>
                      <a:pt x="13409" y="28427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4" name="Полилиния: фигура 63"/>
              <p:cNvSpPr/>
              <p:nvPr/>
            </p:nvSpPr>
            <p:spPr bwMode="auto">
              <a:xfrm>
                <a:off x="1185047" y="6547103"/>
                <a:ext cx="39333" cy="50060"/>
              </a:xfrm>
              <a:custGeom>
                <a:avLst/>
                <a:gdLst>
                  <a:gd name="connsiteX0" fmla="*/ 2682 w 39332"/>
                  <a:gd name="connsiteY0" fmla="*/ 25209 h 50059"/>
                  <a:gd name="connsiteX1" fmla="*/ 23778 w 39332"/>
                  <a:gd name="connsiteY1" fmla="*/ 2682 h 50059"/>
                  <a:gd name="connsiteX2" fmla="*/ 39511 w 39332"/>
                  <a:gd name="connsiteY2" fmla="*/ 8760 h 50059"/>
                  <a:gd name="connsiteX3" fmla="*/ 32718 w 39332"/>
                  <a:gd name="connsiteY3" fmla="*/ 15554 h 50059"/>
                  <a:gd name="connsiteX4" fmla="*/ 24136 w 39332"/>
                  <a:gd name="connsiteY4" fmla="*/ 12336 h 50059"/>
                  <a:gd name="connsiteX5" fmla="*/ 13409 w 39332"/>
                  <a:gd name="connsiteY5" fmla="*/ 25209 h 50059"/>
                  <a:gd name="connsiteX6" fmla="*/ 24136 w 39332"/>
                  <a:gd name="connsiteY6" fmla="*/ 38081 h 50059"/>
                  <a:gd name="connsiteX7" fmla="*/ 32718 w 39332"/>
                  <a:gd name="connsiteY7" fmla="*/ 34863 h 50059"/>
                  <a:gd name="connsiteX8" fmla="*/ 39511 w 39332"/>
                  <a:gd name="connsiteY8" fmla="*/ 41657 h 50059"/>
                  <a:gd name="connsiteX9" fmla="*/ 23778 w 39332"/>
                  <a:gd name="connsiteY9" fmla="*/ 47735 h 50059"/>
                  <a:gd name="connsiteX10" fmla="*/ 2682 w 39332"/>
                  <a:gd name="connsiteY10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332" h="50059" extrusionOk="0">
                    <a:moveTo>
                      <a:pt x="2682" y="25209"/>
                    </a:moveTo>
                    <a:cubicBezTo>
                      <a:pt x="2682" y="11979"/>
                      <a:pt x="11263" y="2682"/>
                      <a:pt x="23778" y="2682"/>
                    </a:cubicBezTo>
                    <a:cubicBezTo>
                      <a:pt x="29857" y="2682"/>
                      <a:pt x="35221" y="4470"/>
                      <a:pt x="39511" y="8760"/>
                    </a:cubicBezTo>
                    <a:lnTo>
                      <a:pt x="32718" y="15554"/>
                    </a:lnTo>
                    <a:cubicBezTo>
                      <a:pt x="30572" y="13409"/>
                      <a:pt x="27712" y="12336"/>
                      <a:pt x="24136" y="12336"/>
                    </a:cubicBezTo>
                    <a:cubicBezTo>
                      <a:pt x="17700" y="12336"/>
                      <a:pt x="13409" y="17700"/>
                      <a:pt x="13409" y="25209"/>
                    </a:cubicBezTo>
                    <a:cubicBezTo>
                      <a:pt x="13409" y="32718"/>
                      <a:pt x="17700" y="38081"/>
                      <a:pt x="24136" y="38081"/>
                    </a:cubicBezTo>
                    <a:cubicBezTo>
                      <a:pt x="27712" y="38081"/>
                      <a:pt x="30572" y="36651"/>
                      <a:pt x="32718" y="34863"/>
                    </a:cubicBezTo>
                    <a:lnTo>
                      <a:pt x="39511" y="41657"/>
                    </a:lnTo>
                    <a:cubicBezTo>
                      <a:pt x="35221" y="45948"/>
                      <a:pt x="29499" y="47735"/>
                      <a:pt x="23778" y="47735"/>
                    </a:cubicBezTo>
                    <a:cubicBezTo>
                      <a:pt x="11621" y="47735"/>
                      <a:pt x="2682" y="38439"/>
                      <a:pt x="2682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5" name="Полилиния: фигура 64"/>
              <p:cNvSpPr/>
              <p:nvPr/>
            </p:nvSpPr>
            <p:spPr bwMode="auto">
              <a:xfrm>
                <a:off x="1230100" y="6548175"/>
                <a:ext cx="39333" cy="46484"/>
              </a:xfrm>
              <a:custGeom>
                <a:avLst/>
                <a:gdLst>
                  <a:gd name="connsiteX0" fmla="*/ 2682 w 39332"/>
                  <a:gd name="connsiteY0" fmla="*/ 2682 h 46483"/>
                  <a:gd name="connsiteX1" fmla="*/ 39154 w 39332"/>
                  <a:gd name="connsiteY1" fmla="*/ 2682 h 46483"/>
                  <a:gd name="connsiteX2" fmla="*/ 39154 w 39332"/>
                  <a:gd name="connsiteY2" fmla="*/ 45590 h 46483"/>
                  <a:gd name="connsiteX3" fmla="*/ 28427 w 39332"/>
                  <a:gd name="connsiteY3" fmla="*/ 45590 h 46483"/>
                  <a:gd name="connsiteX4" fmla="*/ 28427 w 39332"/>
                  <a:gd name="connsiteY4" fmla="*/ 11979 h 46483"/>
                  <a:gd name="connsiteX5" fmla="*/ 13409 w 39332"/>
                  <a:gd name="connsiteY5" fmla="*/ 11979 h 46483"/>
                  <a:gd name="connsiteX6" fmla="*/ 13409 w 39332"/>
                  <a:gd name="connsiteY6" fmla="*/ 45590 h 46483"/>
                  <a:gd name="connsiteX7" fmla="*/ 2682 w 39332"/>
                  <a:gd name="connsiteY7" fmla="*/ 45590 h 46483"/>
                  <a:gd name="connsiteX8" fmla="*/ 2682 w 39332"/>
                  <a:gd name="connsiteY8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332" h="46483" extrusionOk="0">
                    <a:moveTo>
                      <a:pt x="2682" y="2682"/>
                    </a:moveTo>
                    <a:lnTo>
                      <a:pt x="39154" y="2682"/>
                    </a:lnTo>
                    <a:lnTo>
                      <a:pt x="39154" y="45590"/>
                    </a:lnTo>
                    <a:lnTo>
                      <a:pt x="28427" y="45590"/>
                    </a:lnTo>
                    <a:lnTo>
                      <a:pt x="28427" y="11979"/>
                    </a:lnTo>
                    <a:lnTo>
                      <a:pt x="13409" y="11979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6" name="Полилиния: фигура 65"/>
              <p:cNvSpPr/>
              <p:nvPr/>
            </p:nvSpPr>
            <p:spPr bwMode="auto">
              <a:xfrm>
                <a:off x="1275869" y="6547103"/>
                <a:ext cx="46484" cy="50060"/>
              </a:xfrm>
              <a:custGeom>
                <a:avLst/>
                <a:gdLst>
                  <a:gd name="connsiteX0" fmla="*/ 2682 w 46483"/>
                  <a:gd name="connsiteY0" fmla="*/ 25209 h 50059"/>
                  <a:gd name="connsiteX1" fmla="*/ 24493 w 46483"/>
                  <a:gd name="connsiteY1" fmla="*/ 2682 h 50059"/>
                  <a:gd name="connsiteX2" fmla="*/ 46305 w 46483"/>
                  <a:gd name="connsiteY2" fmla="*/ 25209 h 50059"/>
                  <a:gd name="connsiteX3" fmla="*/ 24493 w 46483"/>
                  <a:gd name="connsiteY3" fmla="*/ 47735 h 50059"/>
                  <a:gd name="connsiteX4" fmla="*/ 2682 w 46483"/>
                  <a:gd name="connsiteY4" fmla="*/ 25209 h 50059"/>
                  <a:gd name="connsiteX5" fmla="*/ 34863 w 46483"/>
                  <a:gd name="connsiteY5" fmla="*/ 25209 h 50059"/>
                  <a:gd name="connsiteX6" fmla="*/ 24136 w 46483"/>
                  <a:gd name="connsiteY6" fmla="*/ 12336 h 50059"/>
                  <a:gd name="connsiteX7" fmla="*/ 13409 w 46483"/>
                  <a:gd name="connsiteY7" fmla="*/ 25209 h 50059"/>
                  <a:gd name="connsiteX8" fmla="*/ 24136 w 46483"/>
                  <a:gd name="connsiteY8" fmla="*/ 38081 h 50059"/>
                  <a:gd name="connsiteX9" fmla="*/ 34863 w 46483"/>
                  <a:gd name="connsiteY9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483" h="50059" extrusionOk="0">
                    <a:moveTo>
                      <a:pt x="2682" y="25209"/>
                    </a:moveTo>
                    <a:cubicBezTo>
                      <a:pt x="2682" y="11979"/>
                      <a:pt x="11979" y="2682"/>
                      <a:pt x="24493" y="2682"/>
                    </a:cubicBezTo>
                    <a:cubicBezTo>
                      <a:pt x="37008" y="2682"/>
                      <a:pt x="46305" y="11979"/>
                      <a:pt x="46305" y="25209"/>
                    </a:cubicBezTo>
                    <a:cubicBezTo>
                      <a:pt x="46305" y="38439"/>
                      <a:pt x="37008" y="47735"/>
                      <a:pt x="24493" y="47735"/>
                    </a:cubicBezTo>
                    <a:cubicBezTo>
                      <a:pt x="11979" y="47735"/>
                      <a:pt x="2682" y="38439"/>
                      <a:pt x="2682" y="25209"/>
                    </a:cubicBezTo>
                    <a:close/>
                    <a:moveTo>
                      <a:pt x="34863" y="25209"/>
                    </a:moveTo>
                    <a:cubicBezTo>
                      <a:pt x="34863" y="17700"/>
                      <a:pt x="30572" y="12336"/>
                      <a:pt x="24136" y="12336"/>
                    </a:cubicBezTo>
                    <a:cubicBezTo>
                      <a:pt x="17700" y="12336"/>
                      <a:pt x="13409" y="17700"/>
                      <a:pt x="13409" y="25209"/>
                    </a:cubicBezTo>
                    <a:cubicBezTo>
                      <a:pt x="13409" y="32718"/>
                      <a:pt x="17700" y="38081"/>
                      <a:pt x="24136" y="38081"/>
                    </a:cubicBezTo>
                    <a:cubicBezTo>
                      <a:pt x="30930" y="38439"/>
                      <a:pt x="34863" y="32718"/>
                      <a:pt x="34863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7" name="Полилиния: фигура 66"/>
              <p:cNvSpPr/>
              <p:nvPr/>
            </p:nvSpPr>
            <p:spPr bwMode="auto">
              <a:xfrm>
                <a:off x="1328432" y="6547103"/>
                <a:ext cx="46484" cy="64362"/>
              </a:xfrm>
              <a:custGeom>
                <a:avLst/>
                <a:gdLst>
                  <a:gd name="connsiteX0" fmla="*/ 13409 w 46483"/>
                  <a:gd name="connsiteY0" fmla="*/ 62753 h 64362"/>
                  <a:gd name="connsiteX1" fmla="*/ 2682 w 46483"/>
                  <a:gd name="connsiteY1" fmla="*/ 62753 h 64362"/>
                  <a:gd name="connsiteX2" fmla="*/ 2682 w 46483"/>
                  <a:gd name="connsiteY2" fmla="*/ 3754 h 64362"/>
                  <a:gd name="connsiteX3" fmla="*/ 13409 w 46483"/>
                  <a:gd name="connsiteY3" fmla="*/ 3754 h 64362"/>
                  <a:gd name="connsiteX4" fmla="*/ 13409 w 46483"/>
                  <a:gd name="connsiteY4" fmla="*/ 9118 h 64362"/>
                  <a:gd name="connsiteX5" fmla="*/ 13409 w 46483"/>
                  <a:gd name="connsiteY5" fmla="*/ 9118 h 64362"/>
                  <a:gd name="connsiteX6" fmla="*/ 26281 w 46483"/>
                  <a:gd name="connsiteY6" fmla="*/ 2682 h 64362"/>
                  <a:gd name="connsiteX7" fmla="*/ 45948 w 46483"/>
                  <a:gd name="connsiteY7" fmla="*/ 25209 h 64362"/>
                  <a:gd name="connsiteX8" fmla="*/ 26281 w 46483"/>
                  <a:gd name="connsiteY8" fmla="*/ 47735 h 64362"/>
                  <a:gd name="connsiteX9" fmla="*/ 13409 w 46483"/>
                  <a:gd name="connsiteY9" fmla="*/ 41299 h 64362"/>
                  <a:gd name="connsiteX10" fmla="*/ 13409 w 46483"/>
                  <a:gd name="connsiteY10" fmla="*/ 41299 h 64362"/>
                  <a:gd name="connsiteX11" fmla="*/ 13409 w 46483"/>
                  <a:gd name="connsiteY11" fmla="*/ 62753 h 64362"/>
                  <a:gd name="connsiteX12" fmla="*/ 24136 w 46483"/>
                  <a:gd name="connsiteY12" fmla="*/ 38081 h 64362"/>
                  <a:gd name="connsiteX13" fmla="*/ 35221 w 46483"/>
                  <a:gd name="connsiteY13" fmla="*/ 25209 h 64362"/>
                  <a:gd name="connsiteX14" fmla="*/ 24136 w 46483"/>
                  <a:gd name="connsiteY14" fmla="*/ 12336 h 64362"/>
                  <a:gd name="connsiteX15" fmla="*/ 13051 w 46483"/>
                  <a:gd name="connsiteY15" fmla="*/ 25209 h 64362"/>
                  <a:gd name="connsiteX16" fmla="*/ 24136 w 46483"/>
                  <a:gd name="connsiteY16" fmla="*/ 38081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6483" h="64362" extrusionOk="0">
                    <a:moveTo>
                      <a:pt x="13409" y="62753"/>
                    </a:moveTo>
                    <a:lnTo>
                      <a:pt x="2682" y="62753"/>
                    </a:lnTo>
                    <a:lnTo>
                      <a:pt x="2682" y="3754"/>
                    </a:lnTo>
                    <a:lnTo>
                      <a:pt x="13409" y="3754"/>
                    </a:lnTo>
                    <a:lnTo>
                      <a:pt x="13409" y="9118"/>
                    </a:lnTo>
                    <a:lnTo>
                      <a:pt x="13409" y="9118"/>
                    </a:lnTo>
                    <a:cubicBezTo>
                      <a:pt x="15554" y="5900"/>
                      <a:pt x="19845" y="2682"/>
                      <a:pt x="26281" y="2682"/>
                    </a:cubicBezTo>
                    <a:cubicBezTo>
                      <a:pt x="37724" y="2682"/>
                      <a:pt x="45948" y="11979"/>
                      <a:pt x="45948" y="25209"/>
                    </a:cubicBezTo>
                    <a:cubicBezTo>
                      <a:pt x="45948" y="38439"/>
                      <a:pt x="37366" y="47735"/>
                      <a:pt x="26281" y="47735"/>
                    </a:cubicBezTo>
                    <a:cubicBezTo>
                      <a:pt x="19845" y="47735"/>
                      <a:pt x="15554" y="44517"/>
                      <a:pt x="13409" y="41299"/>
                    </a:cubicBezTo>
                    <a:lnTo>
                      <a:pt x="13409" y="41299"/>
                    </a:lnTo>
                    <a:lnTo>
                      <a:pt x="13409" y="62753"/>
                    </a:lnTo>
                    <a:close/>
                    <a:moveTo>
                      <a:pt x="24136" y="38081"/>
                    </a:moveTo>
                    <a:cubicBezTo>
                      <a:pt x="30572" y="38081"/>
                      <a:pt x="35221" y="32718"/>
                      <a:pt x="35221" y="25209"/>
                    </a:cubicBezTo>
                    <a:cubicBezTo>
                      <a:pt x="35221" y="18057"/>
                      <a:pt x="30572" y="12336"/>
                      <a:pt x="24136" y="12336"/>
                    </a:cubicBezTo>
                    <a:cubicBezTo>
                      <a:pt x="17700" y="12336"/>
                      <a:pt x="13051" y="17700"/>
                      <a:pt x="13051" y="25209"/>
                    </a:cubicBezTo>
                    <a:cubicBezTo>
                      <a:pt x="13051" y="32718"/>
                      <a:pt x="17700" y="38081"/>
                      <a:pt x="24136" y="380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8" name="Полилиния: фигура 67"/>
              <p:cNvSpPr/>
              <p:nvPr/>
            </p:nvSpPr>
            <p:spPr bwMode="auto">
              <a:xfrm>
                <a:off x="1375988" y="6548175"/>
                <a:ext cx="42908" cy="46484"/>
              </a:xfrm>
              <a:custGeom>
                <a:avLst/>
                <a:gdLst>
                  <a:gd name="connsiteX0" fmla="*/ 15554 w 42908"/>
                  <a:gd name="connsiteY0" fmla="*/ 11979 h 46483"/>
                  <a:gd name="connsiteX1" fmla="*/ 2682 w 42908"/>
                  <a:gd name="connsiteY1" fmla="*/ 11979 h 46483"/>
                  <a:gd name="connsiteX2" fmla="*/ 2682 w 42908"/>
                  <a:gd name="connsiteY2" fmla="*/ 2682 h 46483"/>
                  <a:gd name="connsiteX3" fmla="*/ 40226 w 42908"/>
                  <a:gd name="connsiteY3" fmla="*/ 2682 h 46483"/>
                  <a:gd name="connsiteX4" fmla="*/ 37008 w 42908"/>
                  <a:gd name="connsiteY4" fmla="*/ 11979 h 46483"/>
                  <a:gd name="connsiteX5" fmla="*/ 26639 w 42908"/>
                  <a:gd name="connsiteY5" fmla="*/ 11979 h 46483"/>
                  <a:gd name="connsiteX6" fmla="*/ 26639 w 42908"/>
                  <a:gd name="connsiteY6" fmla="*/ 45590 h 46483"/>
                  <a:gd name="connsiteX7" fmla="*/ 15912 w 42908"/>
                  <a:gd name="connsiteY7" fmla="*/ 45590 h 46483"/>
                  <a:gd name="connsiteX8" fmla="*/ 15912 w 42908"/>
                  <a:gd name="connsiteY8" fmla="*/ 11979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908" h="46483" extrusionOk="0">
                    <a:moveTo>
                      <a:pt x="15554" y="11979"/>
                    </a:moveTo>
                    <a:lnTo>
                      <a:pt x="2682" y="11979"/>
                    </a:lnTo>
                    <a:lnTo>
                      <a:pt x="2682" y="2682"/>
                    </a:lnTo>
                    <a:lnTo>
                      <a:pt x="40226" y="2682"/>
                    </a:lnTo>
                    <a:lnTo>
                      <a:pt x="37008" y="11979"/>
                    </a:lnTo>
                    <a:lnTo>
                      <a:pt x="26639" y="11979"/>
                    </a:lnTo>
                    <a:lnTo>
                      <a:pt x="26639" y="45590"/>
                    </a:lnTo>
                    <a:lnTo>
                      <a:pt x="15912" y="45590"/>
                    </a:lnTo>
                    <a:lnTo>
                      <a:pt x="15912" y="1197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4548478" name="Московский транспорт" hidden="1"/>
          <p:cNvGrpSpPr>
            <a:grpSpLocks noChangeAspect="1"/>
          </p:cNvGrpSpPr>
          <p:nvPr userDrawn="1"/>
        </p:nvGrpSpPr>
        <p:grpSpPr bwMode="auto">
          <a:xfrm>
            <a:off x="1254294" y="6388794"/>
            <a:ext cx="843351" cy="319479"/>
            <a:chOff x="1557710" y="1236950"/>
            <a:chExt cx="1056037" cy="400050"/>
          </a:xfrm>
          <a:solidFill>
            <a:srgbClr val="E4000D"/>
          </a:solidFill>
        </p:grpSpPr>
        <p:sp>
          <p:nvSpPr>
            <p:cNvPr id="73" name="Полилиния: фигура 72"/>
            <p:cNvSpPr/>
            <p:nvPr/>
          </p:nvSpPr>
          <p:spPr bwMode="auto">
            <a:xfrm>
              <a:off x="1557710" y="1236950"/>
              <a:ext cx="323850" cy="400050"/>
            </a:xfrm>
            <a:custGeom>
              <a:avLst/>
              <a:gdLst>
                <a:gd name="connsiteX0" fmla="*/ 249365 w 323850"/>
                <a:gd name="connsiteY0" fmla="*/ 249079 h 400050"/>
                <a:gd name="connsiteX1" fmla="*/ 283750 w 323850"/>
                <a:gd name="connsiteY1" fmla="*/ 166116 h 400050"/>
                <a:gd name="connsiteX2" fmla="*/ 166116 w 323850"/>
                <a:gd name="connsiteY2" fmla="*/ 48482 h 400050"/>
                <a:gd name="connsiteX3" fmla="*/ 48482 w 323850"/>
                <a:gd name="connsiteY3" fmla="*/ 166116 h 400050"/>
                <a:gd name="connsiteX4" fmla="*/ 82868 w 323850"/>
                <a:gd name="connsiteY4" fmla="*/ 249079 h 400050"/>
                <a:gd name="connsiteX5" fmla="*/ 92583 w 323850"/>
                <a:gd name="connsiteY5" fmla="*/ 253175 h 400050"/>
                <a:gd name="connsiteX6" fmla="*/ 106108 w 323850"/>
                <a:gd name="connsiteY6" fmla="*/ 239649 h 400050"/>
                <a:gd name="connsiteX7" fmla="*/ 101918 w 323850"/>
                <a:gd name="connsiteY7" fmla="*/ 229838 h 400050"/>
                <a:gd name="connsiteX8" fmla="*/ 75629 w 323850"/>
                <a:gd name="connsiteY8" fmla="*/ 166021 h 400050"/>
                <a:gd name="connsiteX9" fmla="*/ 166306 w 323850"/>
                <a:gd name="connsiteY9" fmla="*/ 75343 h 400050"/>
                <a:gd name="connsiteX10" fmla="*/ 256985 w 323850"/>
                <a:gd name="connsiteY10" fmla="*/ 166021 h 400050"/>
                <a:gd name="connsiteX11" fmla="*/ 230410 w 323850"/>
                <a:gd name="connsiteY11" fmla="*/ 230029 h 400050"/>
                <a:gd name="connsiteX12" fmla="*/ 112871 w 323850"/>
                <a:gd name="connsiteY12" fmla="*/ 347472 h 400050"/>
                <a:gd name="connsiteX13" fmla="*/ 131921 w 323850"/>
                <a:gd name="connsiteY13" fmla="*/ 366522 h 400050"/>
                <a:gd name="connsiteX14" fmla="*/ 249365 w 323850"/>
                <a:gd name="connsiteY14" fmla="*/ 249079 h 400050"/>
                <a:gd name="connsiteX15" fmla="*/ 71723 w 323850"/>
                <a:gd name="connsiteY15" fmla="*/ 273939 h 400050"/>
                <a:gd name="connsiteX16" fmla="*/ 67628 w 323850"/>
                <a:gd name="connsiteY16" fmla="*/ 264128 h 400050"/>
                <a:gd name="connsiteX17" fmla="*/ 27051 w 323850"/>
                <a:gd name="connsiteY17" fmla="*/ 166116 h 400050"/>
                <a:gd name="connsiteX18" fmla="*/ 166116 w 323850"/>
                <a:gd name="connsiteY18" fmla="*/ 27051 h 400050"/>
                <a:gd name="connsiteX19" fmla="*/ 305181 w 323850"/>
                <a:gd name="connsiteY19" fmla="*/ 166116 h 400050"/>
                <a:gd name="connsiteX20" fmla="*/ 264414 w 323850"/>
                <a:gd name="connsiteY20" fmla="*/ 264414 h 400050"/>
                <a:gd name="connsiteX21" fmla="*/ 146971 w 323850"/>
                <a:gd name="connsiteY21" fmla="*/ 381857 h 400050"/>
                <a:gd name="connsiteX22" fmla="*/ 166116 w 323850"/>
                <a:gd name="connsiteY22" fmla="*/ 401003 h 400050"/>
                <a:gd name="connsiteX23" fmla="*/ 283655 w 323850"/>
                <a:gd name="connsiteY23" fmla="*/ 283464 h 400050"/>
                <a:gd name="connsiteX24" fmla="*/ 332232 w 323850"/>
                <a:gd name="connsiteY24" fmla="*/ 166116 h 400050"/>
                <a:gd name="connsiteX25" fmla="*/ 166116 w 323850"/>
                <a:gd name="connsiteY25" fmla="*/ 0 h 400050"/>
                <a:gd name="connsiteX26" fmla="*/ 0 w 323850"/>
                <a:gd name="connsiteY26" fmla="*/ 166116 h 400050"/>
                <a:gd name="connsiteX27" fmla="*/ 48482 w 323850"/>
                <a:gd name="connsiteY27" fmla="*/ 283369 h 400050"/>
                <a:gd name="connsiteX28" fmla="*/ 58198 w 323850"/>
                <a:gd name="connsiteY28" fmla="*/ 287369 h 400050"/>
                <a:gd name="connsiteX29" fmla="*/ 71723 w 323850"/>
                <a:gd name="connsiteY29" fmla="*/ 273939 h 400050"/>
                <a:gd name="connsiteX30" fmla="*/ 235268 w 323850"/>
                <a:gd name="connsiteY30" fmla="*/ 166116 h 400050"/>
                <a:gd name="connsiteX31" fmla="*/ 166116 w 323850"/>
                <a:gd name="connsiteY31" fmla="*/ 96965 h 400050"/>
                <a:gd name="connsiteX32" fmla="*/ 96965 w 323850"/>
                <a:gd name="connsiteY32" fmla="*/ 166116 h 400050"/>
                <a:gd name="connsiteX33" fmla="*/ 166116 w 323850"/>
                <a:gd name="connsiteY33" fmla="*/ 235363 h 400050"/>
                <a:gd name="connsiteX34" fmla="*/ 235268 w 323850"/>
                <a:gd name="connsiteY34" fmla="*/ 166116 h 400050"/>
                <a:gd name="connsiteX35" fmla="*/ 123920 w 323850"/>
                <a:gd name="connsiteY35" fmla="*/ 166116 h 400050"/>
                <a:gd name="connsiteX36" fmla="*/ 166116 w 323850"/>
                <a:gd name="connsiteY36" fmla="*/ 123920 h 400050"/>
                <a:gd name="connsiteX37" fmla="*/ 208312 w 323850"/>
                <a:gd name="connsiteY37" fmla="*/ 166116 h 400050"/>
                <a:gd name="connsiteX38" fmla="*/ 166116 w 323850"/>
                <a:gd name="connsiteY38" fmla="*/ 208312 h 400050"/>
                <a:gd name="connsiteX39" fmla="*/ 123920 w 323850"/>
                <a:gd name="connsiteY39" fmla="*/ 16611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23850" h="400050" extrusionOk="0">
                  <a:moveTo>
                    <a:pt x="249365" y="249079"/>
                  </a:moveTo>
                  <a:cubicBezTo>
                    <a:pt x="270605" y="227743"/>
                    <a:pt x="283750" y="198406"/>
                    <a:pt x="283750" y="166116"/>
                  </a:cubicBezTo>
                  <a:cubicBezTo>
                    <a:pt x="283750" y="101251"/>
                    <a:pt x="230981" y="48482"/>
                    <a:pt x="166116" y="48482"/>
                  </a:cubicBezTo>
                  <a:cubicBezTo>
                    <a:pt x="101251" y="48482"/>
                    <a:pt x="48482" y="101251"/>
                    <a:pt x="48482" y="166116"/>
                  </a:cubicBezTo>
                  <a:cubicBezTo>
                    <a:pt x="48482" y="198501"/>
                    <a:pt x="61817" y="228124"/>
                    <a:pt x="82868" y="249079"/>
                  </a:cubicBezTo>
                  <a:cubicBezTo>
                    <a:pt x="85344" y="251555"/>
                    <a:pt x="88773" y="253175"/>
                    <a:pt x="92583" y="253175"/>
                  </a:cubicBezTo>
                  <a:cubicBezTo>
                    <a:pt x="100013" y="253175"/>
                    <a:pt x="106108" y="247079"/>
                    <a:pt x="106108" y="239649"/>
                  </a:cubicBezTo>
                  <a:cubicBezTo>
                    <a:pt x="106108" y="235744"/>
                    <a:pt x="104489" y="232315"/>
                    <a:pt x="101918" y="229838"/>
                  </a:cubicBezTo>
                  <a:cubicBezTo>
                    <a:pt x="85630" y="213455"/>
                    <a:pt x="75629" y="190881"/>
                    <a:pt x="75629" y="166021"/>
                  </a:cubicBezTo>
                  <a:cubicBezTo>
                    <a:pt x="75629" y="116015"/>
                    <a:pt x="116300" y="75343"/>
                    <a:pt x="166306" y="75343"/>
                  </a:cubicBezTo>
                  <a:cubicBezTo>
                    <a:pt x="216313" y="75343"/>
                    <a:pt x="256985" y="116015"/>
                    <a:pt x="256985" y="166021"/>
                  </a:cubicBezTo>
                  <a:cubicBezTo>
                    <a:pt x="256985" y="190976"/>
                    <a:pt x="246793" y="213646"/>
                    <a:pt x="230410" y="230029"/>
                  </a:cubicBezTo>
                  <a:lnTo>
                    <a:pt x="112871" y="347472"/>
                  </a:lnTo>
                  <a:lnTo>
                    <a:pt x="131921" y="366522"/>
                  </a:lnTo>
                  <a:lnTo>
                    <a:pt x="249365" y="249079"/>
                  </a:lnTo>
                  <a:close/>
                  <a:moveTo>
                    <a:pt x="71723" y="273939"/>
                  </a:moveTo>
                  <a:cubicBezTo>
                    <a:pt x="71723" y="270129"/>
                    <a:pt x="70104" y="266700"/>
                    <a:pt x="67628" y="264128"/>
                  </a:cubicBezTo>
                  <a:cubicBezTo>
                    <a:pt x="42672" y="239173"/>
                    <a:pt x="27051" y="204311"/>
                    <a:pt x="27051" y="166116"/>
                  </a:cubicBezTo>
                  <a:cubicBezTo>
                    <a:pt x="27051" y="89440"/>
                    <a:pt x="89440" y="27051"/>
                    <a:pt x="166116" y="27051"/>
                  </a:cubicBezTo>
                  <a:cubicBezTo>
                    <a:pt x="242792" y="27051"/>
                    <a:pt x="305181" y="89440"/>
                    <a:pt x="305181" y="166116"/>
                  </a:cubicBezTo>
                  <a:cubicBezTo>
                    <a:pt x="305181" y="204502"/>
                    <a:pt x="289560" y="239268"/>
                    <a:pt x="264414" y="264414"/>
                  </a:cubicBezTo>
                  <a:lnTo>
                    <a:pt x="146971" y="381857"/>
                  </a:lnTo>
                  <a:lnTo>
                    <a:pt x="166116" y="401003"/>
                  </a:lnTo>
                  <a:lnTo>
                    <a:pt x="283655" y="283464"/>
                  </a:lnTo>
                  <a:cubicBezTo>
                    <a:pt x="313658" y="253365"/>
                    <a:pt x="332232" y="211931"/>
                    <a:pt x="332232" y="166116"/>
                  </a:cubicBezTo>
                  <a:cubicBezTo>
                    <a:pt x="332137" y="74390"/>
                    <a:pt x="257842" y="0"/>
                    <a:pt x="166116" y="0"/>
                  </a:cubicBezTo>
                  <a:cubicBezTo>
                    <a:pt x="74390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939"/>
                  </a:cubicBezTo>
                  <a:close/>
                  <a:moveTo>
                    <a:pt x="235268" y="166116"/>
                  </a:moveTo>
                  <a:cubicBezTo>
                    <a:pt x="235268" y="127921"/>
                    <a:pt x="204216" y="96965"/>
                    <a:pt x="166116" y="96965"/>
                  </a:cubicBezTo>
                  <a:cubicBezTo>
                    <a:pt x="127921" y="96965"/>
                    <a:pt x="96965" y="128016"/>
                    <a:pt x="96965" y="166116"/>
                  </a:cubicBezTo>
                  <a:cubicBezTo>
                    <a:pt x="96965" y="204311"/>
                    <a:pt x="128016" y="235363"/>
                    <a:pt x="166116" y="235363"/>
                  </a:cubicBezTo>
                  <a:cubicBezTo>
                    <a:pt x="204216" y="235268"/>
                    <a:pt x="235268" y="204216"/>
                    <a:pt x="235268" y="166116"/>
                  </a:cubicBezTo>
                  <a:close/>
                  <a:moveTo>
                    <a:pt x="123920" y="166116"/>
                  </a:moveTo>
                  <a:cubicBezTo>
                    <a:pt x="123920" y="142875"/>
                    <a:pt x="142875" y="123920"/>
                    <a:pt x="166116" y="123920"/>
                  </a:cubicBezTo>
                  <a:cubicBezTo>
                    <a:pt x="189357" y="123920"/>
                    <a:pt x="208312" y="142875"/>
                    <a:pt x="208312" y="166116"/>
                  </a:cubicBezTo>
                  <a:cubicBezTo>
                    <a:pt x="208312" y="189357"/>
                    <a:pt x="189357" y="208312"/>
                    <a:pt x="166116" y="208312"/>
                  </a:cubicBezTo>
                  <a:cubicBezTo>
                    <a:pt x="142780" y="208312"/>
                    <a:pt x="123920" y="189357"/>
                    <a:pt x="123920" y="1661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4" name="Полилиния: фигура 73"/>
            <p:cNvSpPr/>
            <p:nvPr/>
          </p:nvSpPr>
          <p:spPr bwMode="auto">
            <a:xfrm>
              <a:off x="1974238" y="1304196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5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1913 w 104775"/>
                <a:gd name="connsiteY11" fmla="*/ 74771 h 66675"/>
                <a:gd name="connsiteX12" fmla="*/ 46863 w 104775"/>
                <a:gd name="connsiteY12" fmla="*/ 74771 h 66675"/>
                <a:gd name="connsiteX13" fmla="*/ 31242 w 104775"/>
                <a:gd name="connsiteY13" fmla="*/ 31147 h 66675"/>
                <a:gd name="connsiteX14" fmla="*/ 31051 w 104775"/>
                <a:gd name="connsiteY14" fmla="*/ 31147 h 66675"/>
                <a:gd name="connsiteX15" fmla="*/ 1790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 extrusionOk="0">
                  <a:moveTo>
                    <a:pt x="0" y="74771"/>
                  </a:moveTo>
                  <a:lnTo>
                    <a:pt x="24575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1913" y="74771"/>
                  </a:lnTo>
                  <a:lnTo>
                    <a:pt x="46863" y="74771"/>
                  </a:lnTo>
                  <a:lnTo>
                    <a:pt x="31242" y="31147"/>
                  </a:lnTo>
                  <a:lnTo>
                    <a:pt x="31051" y="31147"/>
                  </a:lnTo>
                  <a:lnTo>
                    <a:pt x="1790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5" name="Полилиния: фигура 74"/>
            <p:cNvSpPr/>
            <p:nvPr/>
          </p:nvSpPr>
          <p:spPr bwMode="auto">
            <a:xfrm>
              <a:off x="2087967" y="1323723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7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2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6" name="Полилиния: фигура 75"/>
            <p:cNvSpPr/>
            <p:nvPr/>
          </p:nvSpPr>
          <p:spPr bwMode="auto">
            <a:xfrm>
              <a:off x="2151117" y="1323723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3 w 38100"/>
                <a:gd name="connsiteY4" fmla="*/ 13811 h 47625"/>
                <a:gd name="connsiteX5" fmla="*/ 16288 w 38100"/>
                <a:gd name="connsiteY5" fmla="*/ 28099 h 47625"/>
                <a:gd name="connsiteX6" fmla="*/ 27623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3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3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7" name="Полилиния: фигура 76"/>
            <p:cNvSpPr/>
            <p:nvPr/>
          </p:nvSpPr>
          <p:spPr bwMode="auto">
            <a:xfrm>
              <a:off x="2207696" y="1325056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8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6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8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6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8" name="Полилиния: фигура 77"/>
            <p:cNvSpPr/>
            <p:nvPr/>
          </p:nvSpPr>
          <p:spPr bwMode="auto">
            <a:xfrm>
              <a:off x="2262179" y="1323723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3 w 47625"/>
                <a:gd name="connsiteY6" fmla="*/ 13907 h 47625"/>
                <a:gd name="connsiteX7" fmla="*/ 16192 w 47625"/>
                <a:gd name="connsiteY7" fmla="*/ 28099 h 47625"/>
                <a:gd name="connsiteX8" fmla="*/ 27623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3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3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9" name="Полилиния: фигура 78"/>
            <p:cNvSpPr/>
            <p:nvPr/>
          </p:nvSpPr>
          <p:spPr bwMode="auto">
            <a:xfrm>
              <a:off x="2328854" y="1325056"/>
              <a:ext cx="47625" cy="47625"/>
            </a:xfrm>
            <a:custGeom>
              <a:avLst/>
              <a:gdLst>
                <a:gd name="connsiteX0" fmla="*/ 0 w 47625"/>
                <a:gd name="connsiteY0" fmla="*/ 53912 h 47625"/>
                <a:gd name="connsiteX1" fmla="*/ 0 w 47625"/>
                <a:gd name="connsiteY1" fmla="*/ 0 h 47625"/>
                <a:gd name="connsiteX2" fmla="*/ 27908 w 47625"/>
                <a:gd name="connsiteY2" fmla="*/ 0 h 47625"/>
                <a:gd name="connsiteX3" fmla="*/ 47625 w 47625"/>
                <a:gd name="connsiteY3" fmla="*/ 14669 h 47625"/>
                <a:gd name="connsiteX4" fmla="*/ 39624 w 47625"/>
                <a:gd name="connsiteY4" fmla="*/ 25051 h 47625"/>
                <a:gd name="connsiteX5" fmla="*/ 39624 w 47625"/>
                <a:gd name="connsiteY5" fmla="*/ 25241 h 47625"/>
                <a:gd name="connsiteX6" fmla="*/ 49911 w 47625"/>
                <a:gd name="connsiteY6" fmla="*/ 38100 h 47625"/>
                <a:gd name="connsiteX7" fmla="*/ 30290 w 47625"/>
                <a:gd name="connsiteY7" fmla="*/ 54007 h 47625"/>
                <a:gd name="connsiteX8" fmla="*/ 0 w 47625"/>
                <a:gd name="connsiteY8" fmla="*/ 54007 h 47625"/>
                <a:gd name="connsiteX9" fmla="*/ 24479 w 47625"/>
                <a:gd name="connsiteY9" fmla="*/ 22289 h 47625"/>
                <a:gd name="connsiteX10" fmla="*/ 31528 w 47625"/>
                <a:gd name="connsiteY10" fmla="*/ 16669 h 47625"/>
                <a:gd name="connsiteX11" fmla="*/ 24479 w 47625"/>
                <a:gd name="connsiteY11" fmla="*/ 11335 h 47625"/>
                <a:gd name="connsiteX12" fmla="*/ 15621 w 47625"/>
                <a:gd name="connsiteY12" fmla="*/ 11335 h 47625"/>
                <a:gd name="connsiteX13" fmla="*/ 15621 w 47625"/>
                <a:gd name="connsiteY13" fmla="*/ 22384 h 47625"/>
                <a:gd name="connsiteX14" fmla="*/ 24479 w 47625"/>
                <a:gd name="connsiteY14" fmla="*/ 22384 h 47625"/>
                <a:gd name="connsiteX15" fmla="*/ 27337 w 47625"/>
                <a:gd name="connsiteY15" fmla="*/ 42577 h 47625"/>
                <a:gd name="connsiteX16" fmla="*/ 33242 w 47625"/>
                <a:gd name="connsiteY16" fmla="*/ 37909 h 47625"/>
                <a:gd name="connsiteX17" fmla="*/ 27337 w 47625"/>
                <a:gd name="connsiteY17" fmla="*/ 32766 h 47625"/>
                <a:gd name="connsiteX18" fmla="*/ 15621 w 47625"/>
                <a:gd name="connsiteY18" fmla="*/ 32766 h 47625"/>
                <a:gd name="connsiteX19" fmla="*/ 15621 w 47625"/>
                <a:gd name="connsiteY19" fmla="*/ 42577 h 47625"/>
                <a:gd name="connsiteX20" fmla="*/ 27337 w 47625"/>
                <a:gd name="connsiteY20" fmla="*/ 42577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extrusionOk="0">
                  <a:moveTo>
                    <a:pt x="0" y="53912"/>
                  </a:moveTo>
                  <a:lnTo>
                    <a:pt x="0" y="0"/>
                  </a:lnTo>
                  <a:lnTo>
                    <a:pt x="27908" y="0"/>
                  </a:lnTo>
                  <a:cubicBezTo>
                    <a:pt x="38481" y="0"/>
                    <a:pt x="47625" y="4001"/>
                    <a:pt x="47625" y="14669"/>
                  </a:cubicBezTo>
                  <a:cubicBezTo>
                    <a:pt x="47625" y="19622"/>
                    <a:pt x="43815" y="23813"/>
                    <a:pt x="39624" y="25051"/>
                  </a:cubicBezTo>
                  <a:lnTo>
                    <a:pt x="39624" y="25241"/>
                  </a:lnTo>
                  <a:cubicBezTo>
                    <a:pt x="45911" y="26956"/>
                    <a:pt x="49911" y="31433"/>
                    <a:pt x="49911" y="38100"/>
                  </a:cubicBezTo>
                  <a:cubicBezTo>
                    <a:pt x="49911" y="46006"/>
                    <a:pt x="44006" y="54007"/>
                    <a:pt x="30290" y="54007"/>
                  </a:cubicBezTo>
                  <a:lnTo>
                    <a:pt x="0" y="54007"/>
                  </a:lnTo>
                  <a:close/>
                  <a:moveTo>
                    <a:pt x="24479" y="22289"/>
                  </a:moveTo>
                  <a:cubicBezTo>
                    <a:pt x="28480" y="22289"/>
                    <a:pt x="31528" y="20669"/>
                    <a:pt x="31528" y="16669"/>
                  </a:cubicBezTo>
                  <a:cubicBezTo>
                    <a:pt x="31528" y="12573"/>
                    <a:pt x="28385" y="11335"/>
                    <a:pt x="24479" y="11335"/>
                  </a:cubicBezTo>
                  <a:lnTo>
                    <a:pt x="15621" y="11335"/>
                  </a:lnTo>
                  <a:lnTo>
                    <a:pt x="15621" y="22384"/>
                  </a:lnTo>
                  <a:lnTo>
                    <a:pt x="24479" y="22384"/>
                  </a:lnTo>
                  <a:close/>
                  <a:moveTo>
                    <a:pt x="27337" y="42577"/>
                  </a:moveTo>
                  <a:cubicBezTo>
                    <a:pt x="31718" y="42577"/>
                    <a:pt x="33242" y="40291"/>
                    <a:pt x="33242" y="37909"/>
                  </a:cubicBezTo>
                  <a:cubicBezTo>
                    <a:pt x="33242" y="35338"/>
                    <a:pt x="31718" y="32766"/>
                    <a:pt x="27337" y="32766"/>
                  </a:cubicBezTo>
                  <a:lnTo>
                    <a:pt x="15621" y="32766"/>
                  </a:lnTo>
                  <a:lnTo>
                    <a:pt x="15621" y="42577"/>
                  </a:lnTo>
                  <a:lnTo>
                    <a:pt x="27337" y="4257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0" name="Полилиния: фигура 79"/>
            <p:cNvSpPr/>
            <p:nvPr/>
          </p:nvSpPr>
          <p:spPr bwMode="auto">
            <a:xfrm>
              <a:off x="2386575" y="1323723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3 w 38100"/>
                <a:gd name="connsiteY4" fmla="*/ 13811 h 47625"/>
                <a:gd name="connsiteX5" fmla="*/ 16288 w 38100"/>
                <a:gd name="connsiteY5" fmla="*/ 28099 h 47625"/>
                <a:gd name="connsiteX6" fmla="*/ 27623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3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3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1" name="Полилиния: фигура 80"/>
            <p:cNvSpPr/>
            <p:nvPr/>
          </p:nvSpPr>
          <p:spPr bwMode="auto">
            <a:xfrm>
              <a:off x="2443059" y="1325056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7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7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2" name="Полилиния: фигура 81"/>
            <p:cNvSpPr/>
            <p:nvPr/>
          </p:nvSpPr>
          <p:spPr bwMode="auto">
            <a:xfrm>
              <a:off x="2501256" y="1325056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5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3912 h 47625"/>
                <a:gd name="connsiteX7" fmla="*/ 34195 w 47625"/>
                <a:gd name="connsiteY7" fmla="*/ 53912 h 47625"/>
                <a:gd name="connsiteX8" fmla="*/ 34195 w 47625"/>
                <a:gd name="connsiteY8" fmla="*/ 23432 h 47625"/>
                <a:gd name="connsiteX9" fmla="*/ 34004 w 47625"/>
                <a:gd name="connsiteY9" fmla="*/ 23432 h 47625"/>
                <a:gd name="connsiteX10" fmla="*/ 13525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5" y="0"/>
                  </a:lnTo>
                  <a:lnTo>
                    <a:pt x="49816" y="0"/>
                  </a:lnTo>
                  <a:lnTo>
                    <a:pt x="49816" y="53912"/>
                  </a:lnTo>
                  <a:lnTo>
                    <a:pt x="34195" y="53912"/>
                  </a:lnTo>
                  <a:lnTo>
                    <a:pt x="34195" y="23432"/>
                  </a:lnTo>
                  <a:lnTo>
                    <a:pt x="34004" y="23432"/>
                  </a:lnTo>
                  <a:lnTo>
                    <a:pt x="13525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3" name="Полилиния: фигура 82"/>
            <p:cNvSpPr/>
            <p:nvPr/>
          </p:nvSpPr>
          <p:spPr bwMode="auto">
            <a:xfrm>
              <a:off x="2566122" y="1300672"/>
              <a:ext cx="47625" cy="76200"/>
            </a:xfrm>
            <a:custGeom>
              <a:avLst/>
              <a:gdLst>
                <a:gd name="connsiteX0" fmla="*/ 0 w 47625"/>
                <a:gd name="connsiteY0" fmla="*/ 24384 h 76200"/>
                <a:gd name="connsiteX1" fmla="*/ 15621 w 47625"/>
                <a:gd name="connsiteY1" fmla="*/ 24384 h 76200"/>
                <a:gd name="connsiteX2" fmla="*/ 15621 w 47625"/>
                <a:gd name="connsiteY2" fmla="*/ 54864 h 76200"/>
                <a:gd name="connsiteX3" fmla="*/ 15812 w 47625"/>
                <a:gd name="connsiteY3" fmla="*/ 54864 h 76200"/>
                <a:gd name="connsiteX4" fmla="*/ 36386 w 47625"/>
                <a:gd name="connsiteY4" fmla="*/ 24384 h 76200"/>
                <a:gd name="connsiteX5" fmla="*/ 49816 w 47625"/>
                <a:gd name="connsiteY5" fmla="*/ 24384 h 76200"/>
                <a:gd name="connsiteX6" fmla="*/ 49816 w 47625"/>
                <a:gd name="connsiteY6" fmla="*/ 78296 h 76200"/>
                <a:gd name="connsiteX7" fmla="*/ 34195 w 47625"/>
                <a:gd name="connsiteY7" fmla="*/ 78296 h 76200"/>
                <a:gd name="connsiteX8" fmla="*/ 34195 w 47625"/>
                <a:gd name="connsiteY8" fmla="*/ 47816 h 76200"/>
                <a:gd name="connsiteX9" fmla="*/ 34004 w 47625"/>
                <a:gd name="connsiteY9" fmla="*/ 47816 h 76200"/>
                <a:gd name="connsiteX10" fmla="*/ 13525 w 47625"/>
                <a:gd name="connsiteY10" fmla="*/ 78296 h 76200"/>
                <a:gd name="connsiteX11" fmla="*/ 0 w 47625"/>
                <a:gd name="connsiteY11" fmla="*/ 78296 h 76200"/>
                <a:gd name="connsiteX12" fmla="*/ 0 w 47625"/>
                <a:gd name="connsiteY12" fmla="*/ 24384 h 76200"/>
                <a:gd name="connsiteX13" fmla="*/ 6477 w 47625"/>
                <a:gd name="connsiteY13" fmla="*/ 8001 h 76200"/>
                <a:gd name="connsiteX14" fmla="*/ 14573 w 47625"/>
                <a:gd name="connsiteY14" fmla="*/ 0 h 76200"/>
                <a:gd name="connsiteX15" fmla="*/ 24098 w 47625"/>
                <a:gd name="connsiteY15" fmla="*/ 6858 h 76200"/>
                <a:gd name="connsiteX16" fmla="*/ 34385 w 47625"/>
                <a:gd name="connsiteY16" fmla="*/ 0 h 76200"/>
                <a:gd name="connsiteX17" fmla="*/ 42100 w 47625"/>
                <a:gd name="connsiteY17" fmla="*/ 8001 h 76200"/>
                <a:gd name="connsiteX18" fmla="*/ 24479 w 47625"/>
                <a:gd name="connsiteY18" fmla="*/ 18669 h 76200"/>
                <a:gd name="connsiteX19" fmla="*/ 6477 w 47625"/>
                <a:gd name="connsiteY19" fmla="*/ 800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625" h="76200" extrusionOk="0">
                  <a:moveTo>
                    <a:pt x="0" y="24384"/>
                  </a:moveTo>
                  <a:lnTo>
                    <a:pt x="15621" y="24384"/>
                  </a:lnTo>
                  <a:lnTo>
                    <a:pt x="15621" y="54864"/>
                  </a:lnTo>
                  <a:lnTo>
                    <a:pt x="15812" y="54864"/>
                  </a:lnTo>
                  <a:lnTo>
                    <a:pt x="36386" y="24384"/>
                  </a:lnTo>
                  <a:lnTo>
                    <a:pt x="49816" y="24384"/>
                  </a:lnTo>
                  <a:lnTo>
                    <a:pt x="49816" y="78296"/>
                  </a:lnTo>
                  <a:lnTo>
                    <a:pt x="34195" y="78296"/>
                  </a:lnTo>
                  <a:lnTo>
                    <a:pt x="34195" y="47816"/>
                  </a:lnTo>
                  <a:lnTo>
                    <a:pt x="34004" y="47816"/>
                  </a:lnTo>
                  <a:lnTo>
                    <a:pt x="13525" y="78296"/>
                  </a:lnTo>
                  <a:lnTo>
                    <a:pt x="0" y="78296"/>
                  </a:lnTo>
                  <a:lnTo>
                    <a:pt x="0" y="24384"/>
                  </a:lnTo>
                  <a:close/>
                  <a:moveTo>
                    <a:pt x="6477" y="8001"/>
                  </a:moveTo>
                  <a:lnTo>
                    <a:pt x="14573" y="0"/>
                  </a:lnTo>
                  <a:cubicBezTo>
                    <a:pt x="16097" y="2857"/>
                    <a:pt x="19050" y="6858"/>
                    <a:pt x="24098" y="6858"/>
                  </a:cubicBezTo>
                  <a:cubicBezTo>
                    <a:pt x="30480" y="6858"/>
                    <a:pt x="32766" y="2857"/>
                    <a:pt x="34385" y="0"/>
                  </a:cubicBezTo>
                  <a:lnTo>
                    <a:pt x="42100" y="8001"/>
                  </a:lnTo>
                  <a:cubicBezTo>
                    <a:pt x="40100" y="12192"/>
                    <a:pt x="34100" y="18669"/>
                    <a:pt x="24479" y="18669"/>
                  </a:cubicBezTo>
                  <a:cubicBezTo>
                    <a:pt x="14954" y="18669"/>
                    <a:pt x="8954" y="12192"/>
                    <a:pt x="6477" y="80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4" name="Полилиния: фигура 83"/>
            <p:cNvSpPr/>
            <p:nvPr/>
          </p:nvSpPr>
          <p:spPr bwMode="auto">
            <a:xfrm>
              <a:off x="1974238" y="1439166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 extrusionOk="0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5" name="Полилиния: фигура 84"/>
            <p:cNvSpPr/>
            <p:nvPr/>
          </p:nvSpPr>
          <p:spPr bwMode="auto">
            <a:xfrm>
              <a:off x="2030340" y="1437832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3 h 66675"/>
                <a:gd name="connsiteX3" fmla="*/ 15621 w 47625"/>
                <a:gd name="connsiteY3" fmla="*/ 1333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1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3"/>
                  </a:lnTo>
                  <a:lnTo>
                    <a:pt x="15621" y="1333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0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8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1"/>
                  </a:moveTo>
                  <a:cubicBezTo>
                    <a:pt x="34385" y="42481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1"/>
                    <a:pt x="27242" y="424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6" name="Полилиния: фигура 85"/>
            <p:cNvSpPr/>
            <p:nvPr/>
          </p:nvSpPr>
          <p:spPr bwMode="auto">
            <a:xfrm>
              <a:off x="2093491" y="1437737"/>
              <a:ext cx="47625" cy="47625"/>
            </a:xfrm>
            <a:custGeom>
              <a:avLst/>
              <a:gdLst>
                <a:gd name="connsiteX0" fmla="*/ 0 w 47625"/>
                <a:gd name="connsiteY0" fmla="*/ 38481 h 47625"/>
                <a:gd name="connsiteX1" fmla="*/ 23813 w 47625"/>
                <a:gd name="connsiteY1" fmla="*/ 20860 h 47625"/>
                <a:gd name="connsiteX2" fmla="*/ 32861 w 47625"/>
                <a:gd name="connsiteY2" fmla="*/ 21431 h 47625"/>
                <a:gd name="connsiteX3" fmla="*/ 32861 w 47625"/>
                <a:gd name="connsiteY3" fmla="*/ 20669 h 47625"/>
                <a:gd name="connsiteX4" fmla="*/ 24193 w 47625"/>
                <a:gd name="connsiteY4" fmla="*/ 13811 h 47625"/>
                <a:gd name="connsiteX5" fmla="*/ 11621 w 47625"/>
                <a:gd name="connsiteY5" fmla="*/ 17717 h 47625"/>
                <a:gd name="connsiteX6" fmla="*/ 2476 w 47625"/>
                <a:gd name="connsiteY6" fmla="*/ 8382 h 47625"/>
                <a:gd name="connsiteX7" fmla="*/ 24955 w 47625"/>
                <a:gd name="connsiteY7" fmla="*/ 0 h 47625"/>
                <a:gd name="connsiteX8" fmla="*/ 48577 w 47625"/>
                <a:gd name="connsiteY8" fmla="*/ 20955 h 47625"/>
                <a:gd name="connsiteX9" fmla="*/ 48577 w 47625"/>
                <a:gd name="connsiteY9" fmla="*/ 55245 h 47625"/>
                <a:gd name="connsiteX10" fmla="*/ 33147 w 47625"/>
                <a:gd name="connsiteY10" fmla="*/ 55245 h 47625"/>
                <a:gd name="connsiteX11" fmla="*/ 33147 w 47625"/>
                <a:gd name="connsiteY11" fmla="*/ 49816 h 47625"/>
                <a:gd name="connsiteX12" fmla="*/ 32956 w 47625"/>
                <a:gd name="connsiteY12" fmla="*/ 49816 h 47625"/>
                <a:gd name="connsiteX13" fmla="*/ 18383 w 47625"/>
                <a:gd name="connsiteY13" fmla="*/ 56579 h 47625"/>
                <a:gd name="connsiteX14" fmla="*/ 0 w 47625"/>
                <a:gd name="connsiteY14" fmla="*/ 38481 h 47625"/>
                <a:gd name="connsiteX15" fmla="*/ 32956 w 47625"/>
                <a:gd name="connsiteY15" fmla="*/ 34766 h 47625"/>
                <a:gd name="connsiteX16" fmla="*/ 32956 w 47625"/>
                <a:gd name="connsiteY16" fmla="*/ 32957 h 47625"/>
                <a:gd name="connsiteX17" fmla="*/ 26098 w 47625"/>
                <a:gd name="connsiteY17" fmla="*/ 32194 h 47625"/>
                <a:gd name="connsiteX18" fmla="*/ 15811 w 47625"/>
                <a:gd name="connsiteY18" fmla="*/ 38386 h 47625"/>
                <a:gd name="connsiteX19" fmla="*/ 23336 w 47625"/>
                <a:gd name="connsiteY19" fmla="*/ 44482 h 47625"/>
                <a:gd name="connsiteX20" fmla="*/ 32956 w 47625"/>
                <a:gd name="connsiteY20" fmla="*/ 3476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extrusionOk="0">
                  <a:moveTo>
                    <a:pt x="0" y="38481"/>
                  </a:moveTo>
                  <a:cubicBezTo>
                    <a:pt x="0" y="29908"/>
                    <a:pt x="7144" y="20860"/>
                    <a:pt x="23813" y="20860"/>
                  </a:cubicBezTo>
                  <a:cubicBezTo>
                    <a:pt x="26194" y="20860"/>
                    <a:pt x="30004" y="20955"/>
                    <a:pt x="32861" y="21431"/>
                  </a:cubicBezTo>
                  <a:lnTo>
                    <a:pt x="32861" y="20669"/>
                  </a:lnTo>
                  <a:cubicBezTo>
                    <a:pt x="32861" y="15621"/>
                    <a:pt x="28765" y="13811"/>
                    <a:pt x="24193" y="13811"/>
                  </a:cubicBezTo>
                  <a:cubicBezTo>
                    <a:pt x="20098" y="13811"/>
                    <a:pt x="15621" y="15049"/>
                    <a:pt x="11621" y="17717"/>
                  </a:cubicBezTo>
                  <a:lnTo>
                    <a:pt x="2476" y="8382"/>
                  </a:lnTo>
                  <a:cubicBezTo>
                    <a:pt x="8668" y="2572"/>
                    <a:pt x="17621" y="0"/>
                    <a:pt x="24955" y="0"/>
                  </a:cubicBezTo>
                  <a:cubicBezTo>
                    <a:pt x="39052" y="0"/>
                    <a:pt x="48577" y="8001"/>
                    <a:pt x="48577" y="20955"/>
                  </a:cubicBezTo>
                  <a:lnTo>
                    <a:pt x="48577" y="55245"/>
                  </a:lnTo>
                  <a:lnTo>
                    <a:pt x="33147" y="55245"/>
                  </a:lnTo>
                  <a:lnTo>
                    <a:pt x="33147" y="49816"/>
                  </a:lnTo>
                  <a:lnTo>
                    <a:pt x="32956" y="49816"/>
                  </a:lnTo>
                  <a:cubicBezTo>
                    <a:pt x="30194" y="54483"/>
                    <a:pt x="25146" y="56579"/>
                    <a:pt x="18383" y="56579"/>
                  </a:cubicBezTo>
                  <a:cubicBezTo>
                    <a:pt x="7810" y="56674"/>
                    <a:pt x="0" y="48863"/>
                    <a:pt x="0" y="38481"/>
                  </a:cubicBezTo>
                  <a:close/>
                  <a:moveTo>
                    <a:pt x="32956" y="34766"/>
                  </a:moveTo>
                  <a:lnTo>
                    <a:pt x="32956" y="32957"/>
                  </a:lnTo>
                  <a:cubicBezTo>
                    <a:pt x="30861" y="32576"/>
                    <a:pt x="28289" y="32194"/>
                    <a:pt x="26098" y="32194"/>
                  </a:cubicBezTo>
                  <a:cubicBezTo>
                    <a:pt x="18955" y="32194"/>
                    <a:pt x="15907" y="34766"/>
                    <a:pt x="15811" y="38386"/>
                  </a:cubicBezTo>
                  <a:cubicBezTo>
                    <a:pt x="15716" y="42005"/>
                    <a:pt x="18479" y="44577"/>
                    <a:pt x="23336" y="44482"/>
                  </a:cubicBezTo>
                  <a:cubicBezTo>
                    <a:pt x="27813" y="44387"/>
                    <a:pt x="32956" y="41529"/>
                    <a:pt x="32956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7" name="Полилиния: фигура 86"/>
            <p:cNvSpPr/>
            <p:nvPr/>
          </p:nvSpPr>
          <p:spPr bwMode="auto">
            <a:xfrm>
              <a:off x="2156261" y="1439166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3912 h 47625"/>
                <a:gd name="connsiteX7" fmla="*/ 33242 w 47625"/>
                <a:gd name="connsiteY7" fmla="*/ 53912 h 47625"/>
                <a:gd name="connsiteX8" fmla="*/ 33242 w 47625"/>
                <a:gd name="connsiteY8" fmla="*/ 33528 h 47625"/>
                <a:gd name="connsiteX9" fmla="*/ 15621 w 47625"/>
                <a:gd name="connsiteY9" fmla="*/ 33528 h 47625"/>
                <a:gd name="connsiteX10" fmla="*/ 15621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3912"/>
                  </a:lnTo>
                  <a:lnTo>
                    <a:pt x="33242" y="53912"/>
                  </a:lnTo>
                  <a:lnTo>
                    <a:pt x="33242" y="33528"/>
                  </a:lnTo>
                  <a:lnTo>
                    <a:pt x="15621" y="33528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8" name="Полилиния: фигура 87"/>
            <p:cNvSpPr/>
            <p:nvPr/>
          </p:nvSpPr>
          <p:spPr bwMode="auto">
            <a:xfrm>
              <a:off x="2216554" y="1437832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0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19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579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9" name="Полилиния: фигура 88"/>
            <p:cNvSpPr/>
            <p:nvPr/>
          </p:nvSpPr>
          <p:spPr bwMode="auto">
            <a:xfrm>
              <a:off x="2273037" y="1439166"/>
              <a:ext cx="38100" cy="47625"/>
            </a:xfrm>
            <a:custGeom>
              <a:avLst/>
              <a:gdLst>
                <a:gd name="connsiteX0" fmla="*/ 95 w 38100"/>
                <a:gd name="connsiteY0" fmla="*/ 0 h 47625"/>
                <a:gd name="connsiteX1" fmla="*/ 47054 w 38100"/>
                <a:gd name="connsiteY1" fmla="*/ 0 h 47625"/>
                <a:gd name="connsiteX2" fmla="*/ 47054 w 38100"/>
                <a:gd name="connsiteY2" fmla="*/ 53912 h 47625"/>
                <a:gd name="connsiteX3" fmla="*/ 31433 w 38100"/>
                <a:gd name="connsiteY3" fmla="*/ 53912 h 47625"/>
                <a:gd name="connsiteX4" fmla="*/ 31433 w 38100"/>
                <a:gd name="connsiteY4" fmla="*/ 13526 h 47625"/>
                <a:gd name="connsiteX5" fmla="*/ 15621 w 38100"/>
                <a:gd name="connsiteY5" fmla="*/ 13526 h 47625"/>
                <a:gd name="connsiteX6" fmla="*/ 15621 w 38100"/>
                <a:gd name="connsiteY6" fmla="*/ 53912 h 47625"/>
                <a:gd name="connsiteX7" fmla="*/ 0 w 38100"/>
                <a:gd name="connsiteY7" fmla="*/ 53912 h 47625"/>
                <a:gd name="connsiteX8" fmla="*/ 0 w 38100"/>
                <a:gd name="connsiteY8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47625" extrusionOk="0">
                  <a:moveTo>
                    <a:pt x="95" y="0"/>
                  </a:moveTo>
                  <a:lnTo>
                    <a:pt x="47054" y="0"/>
                  </a:lnTo>
                  <a:lnTo>
                    <a:pt x="47054" y="53912"/>
                  </a:lnTo>
                  <a:lnTo>
                    <a:pt x="31433" y="53912"/>
                  </a:lnTo>
                  <a:lnTo>
                    <a:pt x="31433" y="13526"/>
                  </a:lnTo>
                  <a:lnTo>
                    <a:pt x="15621" y="13526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0" name="Полилиния: фигура 89"/>
            <p:cNvSpPr/>
            <p:nvPr/>
          </p:nvSpPr>
          <p:spPr bwMode="auto">
            <a:xfrm>
              <a:off x="2331426" y="1437832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6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0"/>
                    <a:pt x="11335" y="0"/>
                    <a:pt x="27622" y="0"/>
                  </a:cubicBezTo>
                  <a:cubicBezTo>
                    <a:pt x="43720" y="0"/>
                    <a:pt x="55150" y="11620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579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6"/>
                    <a:pt x="27622" y="13906"/>
                  </a:cubicBezTo>
                  <a:cubicBezTo>
                    <a:pt x="20574" y="13906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1" name="Полилиния: фигура 90"/>
            <p:cNvSpPr/>
            <p:nvPr/>
          </p:nvSpPr>
          <p:spPr bwMode="auto">
            <a:xfrm>
              <a:off x="2398101" y="1437832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3 h 66675"/>
                <a:gd name="connsiteX3" fmla="*/ 15621 w 47625"/>
                <a:gd name="connsiteY3" fmla="*/ 1333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1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3"/>
                  </a:lnTo>
                  <a:lnTo>
                    <a:pt x="15621" y="1333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0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8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1"/>
                  </a:moveTo>
                  <a:cubicBezTo>
                    <a:pt x="34385" y="42481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1"/>
                    <a:pt x="27242" y="424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2" name="Полилиния: фигура 91"/>
            <p:cNvSpPr/>
            <p:nvPr/>
          </p:nvSpPr>
          <p:spPr bwMode="auto">
            <a:xfrm>
              <a:off x="2459822" y="1439166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812 w 47625"/>
                <a:gd name="connsiteY7" fmla="*/ 53912 h 47625"/>
                <a:gd name="connsiteX8" fmla="*/ 15812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 extrusionOk="0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812" y="53912"/>
                  </a:lnTo>
                  <a:lnTo>
                    <a:pt x="15812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2123366697" name="Московский метрополитен" hidden="1"/>
          <p:cNvGrpSpPr>
            <a:grpSpLocks noChangeAspect="1"/>
          </p:cNvGrpSpPr>
          <p:nvPr userDrawn="1"/>
        </p:nvGrpSpPr>
        <p:grpSpPr bwMode="auto">
          <a:xfrm>
            <a:off x="1254294" y="6389960"/>
            <a:ext cx="920178" cy="319479"/>
            <a:chOff x="4475539" y="1199387"/>
            <a:chExt cx="1152240" cy="400050"/>
          </a:xfrm>
          <a:solidFill>
            <a:srgbClr val="E4000D"/>
          </a:solidFill>
        </p:grpSpPr>
        <p:sp>
          <p:nvSpPr>
            <p:cNvPr id="94" name="Полилиния: фигура 93"/>
            <p:cNvSpPr/>
            <p:nvPr/>
          </p:nvSpPr>
          <p:spPr bwMode="auto">
            <a:xfrm>
              <a:off x="4892068" y="1267110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4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1913 w 104775"/>
                <a:gd name="connsiteY11" fmla="*/ 74771 h 66675"/>
                <a:gd name="connsiteX12" fmla="*/ 46863 w 104775"/>
                <a:gd name="connsiteY12" fmla="*/ 74771 h 66675"/>
                <a:gd name="connsiteX13" fmla="*/ 31242 w 104775"/>
                <a:gd name="connsiteY13" fmla="*/ 31147 h 66675"/>
                <a:gd name="connsiteX14" fmla="*/ 31051 w 104775"/>
                <a:gd name="connsiteY14" fmla="*/ 31147 h 66675"/>
                <a:gd name="connsiteX15" fmla="*/ 1790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 extrusionOk="0">
                  <a:moveTo>
                    <a:pt x="0" y="74771"/>
                  </a:moveTo>
                  <a:lnTo>
                    <a:pt x="24574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1913" y="74771"/>
                  </a:lnTo>
                  <a:lnTo>
                    <a:pt x="46863" y="74771"/>
                  </a:lnTo>
                  <a:lnTo>
                    <a:pt x="31242" y="31147"/>
                  </a:lnTo>
                  <a:lnTo>
                    <a:pt x="31051" y="31147"/>
                  </a:lnTo>
                  <a:lnTo>
                    <a:pt x="1790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5" name="Полилиния: фигура 94"/>
            <p:cNvSpPr/>
            <p:nvPr/>
          </p:nvSpPr>
          <p:spPr bwMode="auto">
            <a:xfrm>
              <a:off x="5005796" y="12866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3 w 47625"/>
                <a:gd name="connsiteY6" fmla="*/ 13907 h 47625"/>
                <a:gd name="connsiteX7" fmla="*/ 16193 w 47625"/>
                <a:gd name="connsiteY7" fmla="*/ 28099 h 47625"/>
                <a:gd name="connsiteX8" fmla="*/ 27623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3" y="13907"/>
                  </a:cubicBezTo>
                  <a:cubicBezTo>
                    <a:pt x="20574" y="13907"/>
                    <a:pt x="16193" y="19812"/>
                    <a:pt x="16193" y="28099"/>
                  </a:cubicBezTo>
                  <a:cubicBezTo>
                    <a:pt x="16193" y="36195"/>
                    <a:pt x="20574" y="42672"/>
                    <a:pt x="27623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6" name="Полилиния: фигура 95"/>
            <p:cNvSpPr/>
            <p:nvPr/>
          </p:nvSpPr>
          <p:spPr bwMode="auto">
            <a:xfrm>
              <a:off x="5068947" y="128663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7" name="Полилиния: фигура 96"/>
            <p:cNvSpPr/>
            <p:nvPr/>
          </p:nvSpPr>
          <p:spPr bwMode="auto">
            <a:xfrm>
              <a:off x="5125525" y="128787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8" name="Полилиния: фигура 97"/>
            <p:cNvSpPr/>
            <p:nvPr/>
          </p:nvSpPr>
          <p:spPr bwMode="auto">
            <a:xfrm>
              <a:off x="5180008" y="12866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7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2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9" name="Полилиния: фигура 98"/>
            <p:cNvSpPr/>
            <p:nvPr/>
          </p:nvSpPr>
          <p:spPr bwMode="auto">
            <a:xfrm>
              <a:off x="5246683" y="1287874"/>
              <a:ext cx="47625" cy="47625"/>
            </a:xfrm>
            <a:custGeom>
              <a:avLst/>
              <a:gdLst>
                <a:gd name="connsiteX0" fmla="*/ 0 w 47625"/>
                <a:gd name="connsiteY0" fmla="*/ 54007 h 47625"/>
                <a:gd name="connsiteX1" fmla="*/ 0 w 47625"/>
                <a:gd name="connsiteY1" fmla="*/ 0 h 47625"/>
                <a:gd name="connsiteX2" fmla="*/ 27908 w 47625"/>
                <a:gd name="connsiteY2" fmla="*/ 0 h 47625"/>
                <a:gd name="connsiteX3" fmla="*/ 47625 w 47625"/>
                <a:gd name="connsiteY3" fmla="*/ 14669 h 47625"/>
                <a:gd name="connsiteX4" fmla="*/ 39624 w 47625"/>
                <a:gd name="connsiteY4" fmla="*/ 25051 h 47625"/>
                <a:gd name="connsiteX5" fmla="*/ 39624 w 47625"/>
                <a:gd name="connsiteY5" fmla="*/ 25241 h 47625"/>
                <a:gd name="connsiteX6" fmla="*/ 49911 w 47625"/>
                <a:gd name="connsiteY6" fmla="*/ 38100 h 47625"/>
                <a:gd name="connsiteX7" fmla="*/ 30289 w 47625"/>
                <a:gd name="connsiteY7" fmla="*/ 54007 h 47625"/>
                <a:gd name="connsiteX8" fmla="*/ 0 w 47625"/>
                <a:gd name="connsiteY8" fmla="*/ 54007 h 47625"/>
                <a:gd name="connsiteX9" fmla="*/ 24479 w 47625"/>
                <a:gd name="connsiteY9" fmla="*/ 22384 h 47625"/>
                <a:gd name="connsiteX10" fmla="*/ 31528 w 47625"/>
                <a:gd name="connsiteY10" fmla="*/ 16764 h 47625"/>
                <a:gd name="connsiteX11" fmla="*/ 24479 w 47625"/>
                <a:gd name="connsiteY11" fmla="*/ 11430 h 47625"/>
                <a:gd name="connsiteX12" fmla="*/ 15621 w 47625"/>
                <a:gd name="connsiteY12" fmla="*/ 11430 h 47625"/>
                <a:gd name="connsiteX13" fmla="*/ 15621 w 47625"/>
                <a:gd name="connsiteY13" fmla="*/ 22479 h 47625"/>
                <a:gd name="connsiteX14" fmla="*/ 24479 w 47625"/>
                <a:gd name="connsiteY14" fmla="*/ 22479 h 47625"/>
                <a:gd name="connsiteX15" fmla="*/ 27337 w 47625"/>
                <a:gd name="connsiteY15" fmla="*/ 42672 h 47625"/>
                <a:gd name="connsiteX16" fmla="*/ 33242 w 47625"/>
                <a:gd name="connsiteY16" fmla="*/ 38005 h 47625"/>
                <a:gd name="connsiteX17" fmla="*/ 27337 w 47625"/>
                <a:gd name="connsiteY17" fmla="*/ 32861 h 47625"/>
                <a:gd name="connsiteX18" fmla="*/ 15621 w 47625"/>
                <a:gd name="connsiteY18" fmla="*/ 32861 h 47625"/>
                <a:gd name="connsiteX19" fmla="*/ 15621 w 47625"/>
                <a:gd name="connsiteY19" fmla="*/ 42672 h 47625"/>
                <a:gd name="connsiteX20" fmla="*/ 27337 w 47625"/>
                <a:gd name="connsiteY20" fmla="*/ 4267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extrusionOk="0">
                  <a:moveTo>
                    <a:pt x="0" y="54007"/>
                  </a:moveTo>
                  <a:lnTo>
                    <a:pt x="0" y="0"/>
                  </a:lnTo>
                  <a:lnTo>
                    <a:pt x="27908" y="0"/>
                  </a:lnTo>
                  <a:cubicBezTo>
                    <a:pt x="38481" y="0"/>
                    <a:pt x="47625" y="4001"/>
                    <a:pt x="47625" y="14669"/>
                  </a:cubicBezTo>
                  <a:cubicBezTo>
                    <a:pt x="47625" y="19622"/>
                    <a:pt x="43815" y="23813"/>
                    <a:pt x="39624" y="25051"/>
                  </a:cubicBezTo>
                  <a:lnTo>
                    <a:pt x="39624" y="25241"/>
                  </a:lnTo>
                  <a:cubicBezTo>
                    <a:pt x="45910" y="26956"/>
                    <a:pt x="49911" y="31433"/>
                    <a:pt x="49911" y="38100"/>
                  </a:cubicBezTo>
                  <a:cubicBezTo>
                    <a:pt x="49911" y="46006"/>
                    <a:pt x="44005" y="54007"/>
                    <a:pt x="30289" y="54007"/>
                  </a:cubicBezTo>
                  <a:lnTo>
                    <a:pt x="0" y="54007"/>
                  </a:lnTo>
                  <a:close/>
                  <a:moveTo>
                    <a:pt x="24479" y="22384"/>
                  </a:moveTo>
                  <a:cubicBezTo>
                    <a:pt x="28480" y="22384"/>
                    <a:pt x="31528" y="20765"/>
                    <a:pt x="31528" y="16764"/>
                  </a:cubicBezTo>
                  <a:cubicBezTo>
                    <a:pt x="31528" y="12668"/>
                    <a:pt x="28384" y="11430"/>
                    <a:pt x="24479" y="11430"/>
                  </a:cubicBezTo>
                  <a:lnTo>
                    <a:pt x="15621" y="11430"/>
                  </a:lnTo>
                  <a:lnTo>
                    <a:pt x="15621" y="22479"/>
                  </a:lnTo>
                  <a:lnTo>
                    <a:pt x="24479" y="22479"/>
                  </a:lnTo>
                  <a:close/>
                  <a:moveTo>
                    <a:pt x="27337" y="42672"/>
                  </a:moveTo>
                  <a:cubicBezTo>
                    <a:pt x="31718" y="42672"/>
                    <a:pt x="33242" y="40386"/>
                    <a:pt x="33242" y="38005"/>
                  </a:cubicBezTo>
                  <a:cubicBezTo>
                    <a:pt x="33242" y="35433"/>
                    <a:pt x="31718" y="32861"/>
                    <a:pt x="27337" y="32861"/>
                  </a:cubicBezTo>
                  <a:lnTo>
                    <a:pt x="15621" y="32861"/>
                  </a:lnTo>
                  <a:lnTo>
                    <a:pt x="15621" y="42672"/>
                  </a:lnTo>
                  <a:lnTo>
                    <a:pt x="27337" y="426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0" name="Полилиния: фигура 99"/>
            <p:cNvSpPr/>
            <p:nvPr/>
          </p:nvSpPr>
          <p:spPr bwMode="auto">
            <a:xfrm>
              <a:off x="5304405" y="128663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1" name="Полилиния: фигура 100"/>
            <p:cNvSpPr/>
            <p:nvPr/>
          </p:nvSpPr>
          <p:spPr bwMode="auto">
            <a:xfrm>
              <a:off x="5360888" y="128787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8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6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8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6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Полилиния: фигура 101"/>
            <p:cNvSpPr/>
            <p:nvPr/>
          </p:nvSpPr>
          <p:spPr bwMode="auto">
            <a:xfrm>
              <a:off x="5419086" y="128787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6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3912 h 47625"/>
                <a:gd name="connsiteX7" fmla="*/ 34195 w 47625"/>
                <a:gd name="connsiteY7" fmla="*/ 53912 h 47625"/>
                <a:gd name="connsiteX8" fmla="*/ 34195 w 47625"/>
                <a:gd name="connsiteY8" fmla="*/ 23432 h 47625"/>
                <a:gd name="connsiteX9" fmla="*/ 34004 w 47625"/>
                <a:gd name="connsiteY9" fmla="*/ 23432 h 47625"/>
                <a:gd name="connsiteX10" fmla="*/ 13526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6" y="0"/>
                  </a:lnTo>
                  <a:lnTo>
                    <a:pt x="49816" y="0"/>
                  </a:lnTo>
                  <a:lnTo>
                    <a:pt x="49816" y="53912"/>
                  </a:lnTo>
                  <a:lnTo>
                    <a:pt x="34195" y="53912"/>
                  </a:lnTo>
                  <a:lnTo>
                    <a:pt x="34195" y="23432"/>
                  </a:lnTo>
                  <a:lnTo>
                    <a:pt x="34004" y="23432"/>
                  </a:lnTo>
                  <a:lnTo>
                    <a:pt x="13526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3" name="Полилиния: фигура 102"/>
            <p:cNvSpPr/>
            <p:nvPr/>
          </p:nvSpPr>
          <p:spPr bwMode="auto">
            <a:xfrm>
              <a:off x="5483951" y="1263585"/>
              <a:ext cx="47625" cy="76200"/>
            </a:xfrm>
            <a:custGeom>
              <a:avLst/>
              <a:gdLst>
                <a:gd name="connsiteX0" fmla="*/ 0 w 47625"/>
                <a:gd name="connsiteY0" fmla="*/ 24289 h 76200"/>
                <a:gd name="connsiteX1" fmla="*/ 15621 w 47625"/>
                <a:gd name="connsiteY1" fmla="*/ 24289 h 76200"/>
                <a:gd name="connsiteX2" fmla="*/ 15621 w 47625"/>
                <a:gd name="connsiteY2" fmla="*/ 54769 h 76200"/>
                <a:gd name="connsiteX3" fmla="*/ 15811 w 47625"/>
                <a:gd name="connsiteY3" fmla="*/ 54769 h 76200"/>
                <a:gd name="connsiteX4" fmla="*/ 36385 w 47625"/>
                <a:gd name="connsiteY4" fmla="*/ 24289 h 76200"/>
                <a:gd name="connsiteX5" fmla="*/ 49816 w 47625"/>
                <a:gd name="connsiteY5" fmla="*/ 24289 h 76200"/>
                <a:gd name="connsiteX6" fmla="*/ 49816 w 47625"/>
                <a:gd name="connsiteY6" fmla="*/ 78200 h 76200"/>
                <a:gd name="connsiteX7" fmla="*/ 34195 w 47625"/>
                <a:gd name="connsiteY7" fmla="*/ 78200 h 76200"/>
                <a:gd name="connsiteX8" fmla="*/ 34195 w 47625"/>
                <a:gd name="connsiteY8" fmla="*/ 47720 h 76200"/>
                <a:gd name="connsiteX9" fmla="*/ 34004 w 47625"/>
                <a:gd name="connsiteY9" fmla="*/ 47720 h 76200"/>
                <a:gd name="connsiteX10" fmla="*/ 13525 w 47625"/>
                <a:gd name="connsiteY10" fmla="*/ 78200 h 76200"/>
                <a:gd name="connsiteX11" fmla="*/ 0 w 47625"/>
                <a:gd name="connsiteY11" fmla="*/ 78200 h 76200"/>
                <a:gd name="connsiteX12" fmla="*/ 0 w 47625"/>
                <a:gd name="connsiteY12" fmla="*/ 24289 h 76200"/>
                <a:gd name="connsiteX13" fmla="*/ 6477 w 47625"/>
                <a:gd name="connsiteY13" fmla="*/ 8001 h 76200"/>
                <a:gd name="connsiteX14" fmla="*/ 14573 w 47625"/>
                <a:gd name="connsiteY14" fmla="*/ 0 h 76200"/>
                <a:gd name="connsiteX15" fmla="*/ 24098 w 47625"/>
                <a:gd name="connsiteY15" fmla="*/ 6858 h 76200"/>
                <a:gd name="connsiteX16" fmla="*/ 34385 w 47625"/>
                <a:gd name="connsiteY16" fmla="*/ 0 h 76200"/>
                <a:gd name="connsiteX17" fmla="*/ 42100 w 47625"/>
                <a:gd name="connsiteY17" fmla="*/ 8001 h 76200"/>
                <a:gd name="connsiteX18" fmla="*/ 24479 w 47625"/>
                <a:gd name="connsiteY18" fmla="*/ 18669 h 76200"/>
                <a:gd name="connsiteX19" fmla="*/ 6477 w 47625"/>
                <a:gd name="connsiteY19" fmla="*/ 800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625" h="76200" extrusionOk="0">
                  <a:moveTo>
                    <a:pt x="0" y="24289"/>
                  </a:moveTo>
                  <a:lnTo>
                    <a:pt x="15621" y="24289"/>
                  </a:lnTo>
                  <a:lnTo>
                    <a:pt x="15621" y="54769"/>
                  </a:lnTo>
                  <a:lnTo>
                    <a:pt x="15811" y="54769"/>
                  </a:lnTo>
                  <a:lnTo>
                    <a:pt x="36385" y="24289"/>
                  </a:lnTo>
                  <a:lnTo>
                    <a:pt x="49816" y="24289"/>
                  </a:lnTo>
                  <a:lnTo>
                    <a:pt x="49816" y="78200"/>
                  </a:lnTo>
                  <a:lnTo>
                    <a:pt x="34195" y="78200"/>
                  </a:lnTo>
                  <a:lnTo>
                    <a:pt x="34195" y="47720"/>
                  </a:lnTo>
                  <a:lnTo>
                    <a:pt x="34004" y="47720"/>
                  </a:lnTo>
                  <a:lnTo>
                    <a:pt x="13525" y="78200"/>
                  </a:lnTo>
                  <a:lnTo>
                    <a:pt x="0" y="78200"/>
                  </a:lnTo>
                  <a:lnTo>
                    <a:pt x="0" y="24289"/>
                  </a:lnTo>
                  <a:close/>
                  <a:moveTo>
                    <a:pt x="6477" y="8001"/>
                  </a:moveTo>
                  <a:lnTo>
                    <a:pt x="14573" y="0"/>
                  </a:lnTo>
                  <a:cubicBezTo>
                    <a:pt x="16097" y="2858"/>
                    <a:pt x="19050" y="6858"/>
                    <a:pt x="24098" y="6858"/>
                  </a:cubicBezTo>
                  <a:cubicBezTo>
                    <a:pt x="30480" y="6858"/>
                    <a:pt x="32766" y="2858"/>
                    <a:pt x="34385" y="0"/>
                  </a:cubicBezTo>
                  <a:lnTo>
                    <a:pt x="42100" y="8001"/>
                  </a:lnTo>
                  <a:cubicBezTo>
                    <a:pt x="40100" y="12192"/>
                    <a:pt x="34099" y="18669"/>
                    <a:pt x="24479" y="18669"/>
                  </a:cubicBezTo>
                  <a:cubicBezTo>
                    <a:pt x="14954" y="18669"/>
                    <a:pt x="8953" y="12097"/>
                    <a:pt x="6477" y="80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4" name="Полилиния: фигура 103"/>
            <p:cNvSpPr/>
            <p:nvPr/>
          </p:nvSpPr>
          <p:spPr bwMode="auto">
            <a:xfrm>
              <a:off x="4893496" y="1402174"/>
              <a:ext cx="66675" cy="47625"/>
            </a:xfrm>
            <a:custGeom>
              <a:avLst/>
              <a:gdLst>
                <a:gd name="connsiteX0" fmla="*/ 13525 w 66675"/>
                <a:gd name="connsiteY0" fmla="*/ 0 h 47625"/>
                <a:gd name="connsiteX1" fmla="*/ 24098 w 66675"/>
                <a:gd name="connsiteY1" fmla="*/ 0 h 47625"/>
                <a:gd name="connsiteX2" fmla="*/ 37338 w 66675"/>
                <a:gd name="connsiteY2" fmla="*/ 33338 h 47625"/>
                <a:gd name="connsiteX3" fmla="*/ 37529 w 66675"/>
                <a:gd name="connsiteY3" fmla="*/ 33338 h 47625"/>
                <a:gd name="connsiteX4" fmla="*/ 50863 w 66675"/>
                <a:gd name="connsiteY4" fmla="*/ 0 h 47625"/>
                <a:gd name="connsiteX5" fmla="*/ 61150 w 66675"/>
                <a:gd name="connsiteY5" fmla="*/ 0 h 47625"/>
                <a:gd name="connsiteX6" fmla="*/ 74962 w 66675"/>
                <a:gd name="connsiteY6" fmla="*/ 53912 h 47625"/>
                <a:gd name="connsiteX7" fmla="*/ 59341 w 66675"/>
                <a:gd name="connsiteY7" fmla="*/ 53912 h 47625"/>
                <a:gd name="connsiteX8" fmla="*/ 53435 w 66675"/>
                <a:gd name="connsiteY8" fmla="*/ 26956 h 47625"/>
                <a:gd name="connsiteX9" fmla="*/ 53245 w 66675"/>
                <a:gd name="connsiteY9" fmla="*/ 26956 h 47625"/>
                <a:gd name="connsiteX10" fmla="*/ 42100 w 66675"/>
                <a:gd name="connsiteY10" fmla="*/ 53912 h 47625"/>
                <a:gd name="connsiteX11" fmla="*/ 31909 w 66675"/>
                <a:gd name="connsiteY11" fmla="*/ 53912 h 47625"/>
                <a:gd name="connsiteX12" fmla="*/ 21336 w 66675"/>
                <a:gd name="connsiteY12" fmla="*/ 26860 h 47625"/>
                <a:gd name="connsiteX13" fmla="*/ 21146 w 66675"/>
                <a:gd name="connsiteY13" fmla="*/ 26860 h 47625"/>
                <a:gd name="connsiteX14" fmla="*/ 15050 w 66675"/>
                <a:gd name="connsiteY14" fmla="*/ 53912 h 47625"/>
                <a:gd name="connsiteX15" fmla="*/ 0 w 66675"/>
                <a:gd name="connsiteY15" fmla="*/ 53912 h 47625"/>
                <a:gd name="connsiteX16" fmla="*/ 13525 w 66675"/>
                <a:gd name="connsiteY16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47625" extrusionOk="0">
                  <a:moveTo>
                    <a:pt x="13525" y="0"/>
                  </a:moveTo>
                  <a:lnTo>
                    <a:pt x="24098" y="0"/>
                  </a:lnTo>
                  <a:lnTo>
                    <a:pt x="37338" y="33338"/>
                  </a:lnTo>
                  <a:lnTo>
                    <a:pt x="37529" y="33338"/>
                  </a:lnTo>
                  <a:lnTo>
                    <a:pt x="50863" y="0"/>
                  </a:lnTo>
                  <a:lnTo>
                    <a:pt x="61150" y="0"/>
                  </a:lnTo>
                  <a:lnTo>
                    <a:pt x="74962" y="53912"/>
                  </a:lnTo>
                  <a:lnTo>
                    <a:pt x="59341" y="53912"/>
                  </a:lnTo>
                  <a:lnTo>
                    <a:pt x="53435" y="26956"/>
                  </a:lnTo>
                  <a:lnTo>
                    <a:pt x="53245" y="26956"/>
                  </a:lnTo>
                  <a:lnTo>
                    <a:pt x="42100" y="53912"/>
                  </a:lnTo>
                  <a:lnTo>
                    <a:pt x="31909" y="53912"/>
                  </a:lnTo>
                  <a:lnTo>
                    <a:pt x="21336" y="26860"/>
                  </a:lnTo>
                  <a:lnTo>
                    <a:pt x="21146" y="26860"/>
                  </a:lnTo>
                  <a:lnTo>
                    <a:pt x="15050" y="53912"/>
                  </a:lnTo>
                  <a:lnTo>
                    <a:pt x="0" y="53912"/>
                  </a:lnTo>
                  <a:lnTo>
                    <a:pt x="1352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5" name="Полилиния: фигура 104"/>
            <p:cNvSpPr/>
            <p:nvPr/>
          </p:nvSpPr>
          <p:spPr bwMode="auto">
            <a:xfrm>
              <a:off x="4973697" y="1400936"/>
              <a:ext cx="47625" cy="47625"/>
            </a:xfrm>
            <a:custGeom>
              <a:avLst/>
              <a:gdLst>
                <a:gd name="connsiteX0" fmla="*/ 0 w 47625"/>
                <a:gd name="connsiteY0" fmla="*/ 28194 h 47625"/>
                <a:gd name="connsiteX1" fmla="*/ 26575 w 47625"/>
                <a:gd name="connsiteY1" fmla="*/ 0 h 47625"/>
                <a:gd name="connsiteX2" fmla="*/ 52673 w 47625"/>
                <a:gd name="connsiteY2" fmla="*/ 29623 h 47625"/>
                <a:gd name="connsiteX3" fmla="*/ 52673 w 47625"/>
                <a:gd name="connsiteY3" fmla="*/ 33338 h 47625"/>
                <a:gd name="connsiteX4" fmla="*/ 16859 w 47625"/>
                <a:gd name="connsiteY4" fmla="*/ 33338 h 47625"/>
                <a:gd name="connsiteX5" fmla="*/ 29146 w 47625"/>
                <a:gd name="connsiteY5" fmla="*/ 42482 h 47625"/>
                <a:gd name="connsiteX6" fmla="*/ 40386 w 47625"/>
                <a:gd name="connsiteY6" fmla="*/ 37338 h 47625"/>
                <a:gd name="connsiteX7" fmla="*/ 50387 w 47625"/>
                <a:gd name="connsiteY7" fmla="*/ 47339 h 47625"/>
                <a:gd name="connsiteX8" fmla="*/ 27432 w 47625"/>
                <a:gd name="connsiteY8" fmla="*/ 56388 h 47625"/>
                <a:gd name="connsiteX9" fmla="*/ 0 w 47625"/>
                <a:gd name="connsiteY9" fmla="*/ 28194 h 47625"/>
                <a:gd name="connsiteX10" fmla="*/ 36386 w 47625"/>
                <a:gd name="connsiteY10" fmla="*/ 22098 h 47625"/>
                <a:gd name="connsiteX11" fmla="*/ 26575 w 47625"/>
                <a:gd name="connsiteY11" fmla="*/ 12382 h 47625"/>
                <a:gd name="connsiteX12" fmla="*/ 16764 w 47625"/>
                <a:gd name="connsiteY12" fmla="*/ 22098 h 47625"/>
                <a:gd name="connsiteX13" fmla="*/ 36386 w 47625"/>
                <a:gd name="connsiteY13" fmla="*/ 2209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0" y="28194"/>
                  </a:moveTo>
                  <a:cubicBezTo>
                    <a:pt x="0" y="11716"/>
                    <a:pt x="11049" y="0"/>
                    <a:pt x="26575" y="0"/>
                  </a:cubicBezTo>
                  <a:cubicBezTo>
                    <a:pt x="41338" y="0"/>
                    <a:pt x="52673" y="8954"/>
                    <a:pt x="52673" y="29623"/>
                  </a:cubicBezTo>
                  <a:lnTo>
                    <a:pt x="52673" y="33338"/>
                  </a:lnTo>
                  <a:lnTo>
                    <a:pt x="16859" y="33338"/>
                  </a:lnTo>
                  <a:cubicBezTo>
                    <a:pt x="18002" y="40291"/>
                    <a:pt x="24098" y="42482"/>
                    <a:pt x="29146" y="42482"/>
                  </a:cubicBezTo>
                  <a:cubicBezTo>
                    <a:pt x="34100" y="42482"/>
                    <a:pt x="38481" y="40100"/>
                    <a:pt x="40386" y="37338"/>
                  </a:cubicBezTo>
                  <a:lnTo>
                    <a:pt x="50387" y="47339"/>
                  </a:lnTo>
                  <a:cubicBezTo>
                    <a:pt x="43910" y="53626"/>
                    <a:pt x="36386" y="56388"/>
                    <a:pt x="27432" y="56388"/>
                  </a:cubicBezTo>
                  <a:cubicBezTo>
                    <a:pt x="13430" y="56483"/>
                    <a:pt x="0" y="46482"/>
                    <a:pt x="0" y="28194"/>
                  </a:cubicBezTo>
                  <a:close/>
                  <a:moveTo>
                    <a:pt x="36386" y="22098"/>
                  </a:moveTo>
                  <a:cubicBezTo>
                    <a:pt x="35719" y="16097"/>
                    <a:pt x="32575" y="12382"/>
                    <a:pt x="26575" y="12382"/>
                  </a:cubicBezTo>
                  <a:cubicBezTo>
                    <a:pt x="21146" y="12382"/>
                    <a:pt x="17717" y="16573"/>
                    <a:pt x="16764" y="22098"/>
                  </a:cubicBezTo>
                  <a:lnTo>
                    <a:pt x="36386" y="2209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6" name="Полилиния: фигура 105"/>
            <p:cNvSpPr/>
            <p:nvPr/>
          </p:nvSpPr>
          <p:spPr bwMode="auto">
            <a:xfrm>
              <a:off x="5031323" y="1402269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 extrusionOk="0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7" name="Полилиния: фигура 106"/>
            <p:cNvSpPr/>
            <p:nvPr/>
          </p:nvSpPr>
          <p:spPr bwMode="auto">
            <a:xfrm>
              <a:off x="5087424" y="1400841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4 h 66675"/>
                <a:gd name="connsiteX3" fmla="*/ 15621 w 47625"/>
                <a:gd name="connsiteY3" fmla="*/ 1334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2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4"/>
                  </a:lnTo>
                  <a:lnTo>
                    <a:pt x="15621" y="1334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1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9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2"/>
                  </a:moveTo>
                  <a:cubicBezTo>
                    <a:pt x="34385" y="42482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2"/>
                    <a:pt x="27242" y="42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8" name="Полилиния: фигура 107"/>
            <p:cNvSpPr/>
            <p:nvPr/>
          </p:nvSpPr>
          <p:spPr bwMode="auto">
            <a:xfrm>
              <a:off x="5151052" y="14009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3 w 47625"/>
                <a:gd name="connsiteY6" fmla="*/ 13907 h 47625"/>
                <a:gd name="connsiteX7" fmla="*/ 16193 w 47625"/>
                <a:gd name="connsiteY7" fmla="*/ 28099 h 47625"/>
                <a:gd name="connsiteX8" fmla="*/ 27623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0"/>
                    <a:pt x="11335" y="0"/>
                    <a:pt x="27623" y="0"/>
                  </a:cubicBezTo>
                  <a:cubicBezTo>
                    <a:pt x="43720" y="0"/>
                    <a:pt x="55150" y="11620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3" y="13907"/>
                  </a:cubicBezTo>
                  <a:cubicBezTo>
                    <a:pt x="20574" y="13907"/>
                    <a:pt x="16193" y="19812"/>
                    <a:pt x="16193" y="28099"/>
                  </a:cubicBezTo>
                  <a:cubicBezTo>
                    <a:pt x="16193" y="36195"/>
                    <a:pt x="20574" y="42672"/>
                    <a:pt x="27623" y="42672"/>
                  </a:cubicBezTo>
                  <a:cubicBezTo>
                    <a:pt x="34671" y="42577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9" name="Полилиния: фигура 108"/>
            <p:cNvSpPr/>
            <p:nvPr/>
          </p:nvSpPr>
          <p:spPr bwMode="auto">
            <a:xfrm>
              <a:off x="5217632" y="1402174"/>
              <a:ext cx="38100" cy="47625"/>
            </a:xfrm>
            <a:custGeom>
              <a:avLst/>
              <a:gdLst>
                <a:gd name="connsiteX0" fmla="*/ 95 w 38100"/>
                <a:gd name="connsiteY0" fmla="*/ 0 h 47625"/>
                <a:gd name="connsiteX1" fmla="*/ 47054 w 38100"/>
                <a:gd name="connsiteY1" fmla="*/ 0 h 47625"/>
                <a:gd name="connsiteX2" fmla="*/ 47054 w 38100"/>
                <a:gd name="connsiteY2" fmla="*/ 53912 h 47625"/>
                <a:gd name="connsiteX3" fmla="*/ 31433 w 38100"/>
                <a:gd name="connsiteY3" fmla="*/ 53912 h 47625"/>
                <a:gd name="connsiteX4" fmla="*/ 31433 w 38100"/>
                <a:gd name="connsiteY4" fmla="*/ 13525 h 47625"/>
                <a:gd name="connsiteX5" fmla="*/ 15621 w 38100"/>
                <a:gd name="connsiteY5" fmla="*/ 13525 h 47625"/>
                <a:gd name="connsiteX6" fmla="*/ 15621 w 38100"/>
                <a:gd name="connsiteY6" fmla="*/ 53912 h 47625"/>
                <a:gd name="connsiteX7" fmla="*/ 0 w 38100"/>
                <a:gd name="connsiteY7" fmla="*/ 53912 h 47625"/>
                <a:gd name="connsiteX8" fmla="*/ 0 w 38100"/>
                <a:gd name="connsiteY8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47625" extrusionOk="0">
                  <a:moveTo>
                    <a:pt x="95" y="0"/>
                  </a:moveTo>
                  <a:lnTo>
                    <a:pt x="47054" y="0"/>
                  </a:lnTo>
                  <a:lnTo>
                    <a:pt x="47054" y="53912"/>
                  </a:lnTo>
                  <a:lnTo>
                    <a:pt x="31433" y="53912"/>
                  </a:lnTo>
                  <a:lnTo>
                    <a:pt x="31433" y="13525"/>
                  </a:lnTo>
                  <a:lnTo>
                    <a:pt x="15621" y="13525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0" name="Полилиния: фигура 109"/>
            <p:cNvSpPr/>
            <p:nvPr/>
          </p:nvSpPr>
          <p:spPr bwMode="auto">
            <a:xfrm>
              <a:off x="5275925" y="14009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9053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3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0"/>
                    <a:pt x="11335" y="0"/>
                    <a:pt x="27623" y="0"/>
                  </a:cubicBezTo>
                  <a:cubicBezTo>
                    <a:pt x="43720" y="0"/>
                    <a:pt x="55150" y="11620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3" y="28099"/>
                  </a:moveTo>
                  <a:cubicBezTo>
                    <a:pt x="39053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3" y="36195"/>
                    <a:pt x="39053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1" name="Полилиния: фигура 110"/>
            <p:cNvSpPr/>
            <p:nvPr/>
          </p:nvSpPr>
          <p:spPr bwMode="auto">
            <a:xfrm>
              <a:off x="5337552" y="1402269"/>
              <a:ext cx="47625" cy="47625"/>
            </a:xfrm>
            <a:custGeom>
              <a:avLst/>
              <a:gdLst>
                <a:gd name="connsiteX0" fmla="*/ 0 w 47625"/>
                <a:gd name="connsiteY0" fmla="*/ 53912 h 47625"/>
                <a:gd name="connsiteX1" fmla="*/ 0 w 47625"/>
                <a:gd name="connsiteY1" fmla="*/ 42291 h 47625"/>
                <a:gd name="connsiteX2" fmla="*/ 2667 w 47625"/>
                <a:gd name="connsiteY2" fmla="*/ 42863 h 47625"/>
                <a:gd name="connsiteX3" fmla="*/ 8573 w 47625"/>
                <a:gd name="connsiteY3" fmla="*/ 30671 h 47625"/>
                <a:gd name="connsiteX4" fmla="*/ 10096 w 47625"/>
                <a:gd name="connsiteY4" fmla="*/ 0 h 47625"/>
                <a:gd name="connsiteX5" fmla="*/ 53435 w 47625"/>
                <a:gd name="connsiteY5" fmla="*/ 0 h 47625"/>
                <a:gd name="connsiteX6" fmla="*/ 53435 w 47625"/>
                <a:gd name="connsiteY6" fmla="*/ 53912 h 47625"/>
                <a:gd name="connsiteX7" fmla="*/ 38005 w 47625"/>
                <a:gd name="connsiteY7" fmla="*/ 53912 h 47625"/>
                <a:gd name="connsiteX8" fmla="*/ 38005 w 47625"/>
                <a:gd name="connsiteY8" fmla="*/ 13526 h 47625"/>
                <a:gd name="connsiteX9" fmla="*/ 23717 w 47625"/>
                <a:gd name="connsiteY9" fmla="*/ 13526 h 47625"/>
                <a:gd name="connsiteX10" fmla="*/ 23050 w 47625"/>
                <a:gd name="connsiteY10" fmla="*/ 29432 h 47625"/>
                <a:gd name="connsiteX11" fmla="*/ 6001 w 47625"/>
                <a:gd name="connsiteY11" fmla="*/ 54959 h 47625"/>
                <a:gd name="connsiteX12" fmla="*/ 0 w 47625"/>
                <a:gd name="connsiteY12" fmla="*/ 5391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53912"/>
                  </a:moveTo>
                  <a:lnTo>
                    <a:pt x="0" y="42291"/>
                  </a:lnTo>
                  <a:cubicBezTo>
                    <a:pt x="571" y="42482"/>
                    <a:pt x="1715" y="42863"/>
                    <a:pt x="2667" y="42863"/>
                  </a:cubicBezTo>
                  <a:cubicBezTo>
                    <a:pt x="6763" y="42863"/>
                    <a:pt x="7715" y="40196"/>
                    <a:pt x="8573" y="30671"/>
                  </a:cubicBezTo>
                  <a:cubicBezTo>
                    <a:pt x="10096" y="11240"/>
                    <a:pt x="10096" y="0"/>
                    <a:pt x="10096" y="0"/>
                  </a:cubicBezTo>
                  <a:lnTo>
                    <a:pt x="53435" y="0"/>
                  </a:lnTo>
                  <a:lnTo>
                    <a:pt x="53435" y="53912"/>
                  </a:lnTo>
                  <a:lnTo>
                    <a:pt x="38005" y="53912"/>
                  </a:lnTo>
                  <a:lnTo>
                    <a:pt x="38005" y="13526"/>
                  </a:lnTo>
                  <a:lnTo>
                    <a:pt x="23717" y="13526"/>
                  </a:lnTo>
                  <a:cubicBezTo>
                    <a:pt x="23527" y="17621"/>
                    <a:pt x="23622" y="22574"/>
                    <a:pt x="23050" y="29432"/>
                  </a:cubicBezTo>
                  <a:cubicBezTo>
                    <a:pt x="21908" y="46101"/>
                    <a:pt x="19336" y="54959"/>
                    <a:pt x="6001" y="54959"/>
                  </a:cubicBezTo>
                  <a:cubicBezTo>
                    <a:pt x="2858" y="54959"/>
                    <a:pt x="0" y="53912"/>
                    <a:pt x="0" y="539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2" name="Полилиния: фигура 111"/>
            <p:cNvSpPr/>
            <p:nvPr/>
          </p:nvSpPr>
          <p:spPr bwMode="auto">
            <a:xfrm>
              <a:off x="5406036" y="140217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6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3912 h 47625"/>
                <a:gd name="connsiteX7" fmla="*/ 34195 w 47625"/>
                <a:gd name="connsiteY7" fmla="*/ 53912 h 47625"/>
                <a:gd name="connsiteX8" fmla="*/ 34195 w 47625"/>
                <a:gd name="connsiteY8" fmla="*/ 23431 h 47625"/>
                <a:gd name="connsiteX9" fmla="*/ 34100 w 47625"/>
                <a:gd name="connsiteY9" fmla="*/ 23431 h 47625"/>
                <a:gd name="connsiteX10" fmla="*/ 13621 w 47625"/>
                <a:gd name="connsiteY10" fmla="*/ 53912 h 47625"/>
                <a:gd name="connsiteX11" fmla="*/ 95 w 47625"/>
                <a:gd name="connsiteY11" fmla="*/ 53912 h 47625"/>
                <a:gd name="connsiteX12" fmla="*/ 95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6" y="0"/>
                  </a:lnTo>
                  <a:lnTo>
                    <a:pt x="49816" y="0"/>
                  </a:lnTo>
                  <a:lnTo>
                    <a:pt x="49816" y="53912"/>
                  </a:lnTo>
                  <a:lnTo>
                    <a:pt x="34195" y="53912"/>
                  </a:lnTo>
                  <a:lnTo>
                    <a:pt x="34195" y="23431"/>
                  </a:lnTo>
                  <a:lnTo>
                    <a:pt x="34100" y="23431"/>
                  </a:lnTo>
                  <a:lnTo>
                    <a:pt x="13621" y="53912"/>
                  </a:lnTo>
                  <a:lnTo>
                    <a:pt x="95" y="53912"/>
                  </a:lnTo>
                  <a:lnTo>
                    <a:pt x="9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3" name="Полилиния: фигура 112"/>
            <p:cNvSpPr/>
            <p:nvPr/>
          </p:nvSpPr>
          <p:spPr bwMode="auto">
            <a:xfrm>
              <a:off x="5465473" y="1402269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 extrusionOk="0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4" name="Полилиния: фигура 113"/>
            <p:cNvSpPr/>
            <p:nvPr/>
          </p:nvSpPr>
          <p:spPr bwMode="auto">
            <a:xfrm>
              <a:off x="5516241" y="1400936"/>
              <a:ext cx="47625" cy="47625"/>
            </a:xfrm>
            <a:custGeom>
              <a:avLst/>
              <a:gdLst>
                <a:gd name="connsiteX0" fmla="*/ 0 w 47625"/>
                <a:gd name="connsiteY0" fmla="*/ 28194 h 47625"/>
                <a:gd name="connsiteX1" fmla="*/ 26575 w 47625"/>
                <a:gd name="connsiteY1" fmla="*/ 0 h 47625"/>
                <a:gd name="connsiteX2" fmla="*/ 52673 w 47625"/>
                <a:gd name="connsiteY2" fmla="*/ 29623 h 47625"/>
                <a:gd name="connsiteX3" fmla="*/ 52673 w 47625"/>
                <a:gd name="connsiteY3" fmla="*/ 33338 h 47625"/>
                <a:gd name="connsiteX4" fmla="*/ 16859 w 47625"/>
                <a:gd name="connsiteY4" fmla="*/ 33338 h 47625"/>
                <a:gd name="connsiteX5" fmla="*/ 29146 w 47625"/>
                <a:gd name="connsiteY5" fmla="*/ 42482 h 47625"/>
                <a:gd name="connsiteX6" fmla="*/ 40386 w 47625"/>
                <a:gd name="connsiteY6" fmla="*/ 37338 h 47625"/>
                <a:gd name="connsiteX7" fmla="*/ 50387 w 47625"/>
                <a:gd name="connsiteY7" fmla="*/ 47339 h 47625"/>
                <a:gd name="connsiteX8" fmla="*/ 27432 w 47625"/>
                <a:gd name="connsiteY8" fmla="*/ 56388 h 47625"/>
                <a:gd name="connsiteX9" fmla="*/ 0 w 47625"/>
                <a:gd name="connsiteY9" fmla="*/ 28194 h 47625"/>
                <a:gd name="connsiteX10" fmla="*/ 36290 w 47625"/>
                <a:gd name="connsiteY10" fmla="*/ 22098 h 47625"/>
                <a:gd name="connsiteX11" fmla="*/ 26479 w 47625"/>
                <a:gd name="connsiteY11" fmla="*/ 12382 h 47625"/>
                <a:gd name="connsiteX12" fmla="*/ 16669 w 47625"/>
                <a:gd name="connsiteY12" fmla="*/ 22098 h 47625"/>
                <a:gd name="connsiteX13" fmla="*/ 36290 w 47625"/>
                <a:gd name="connsiteY13" fmla="*/ 2209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0" y="28194"/>
                  </a:moveTo>
                  <a:cubicBezTo>
                    <a:pt x="0" y="11716"/>
                    <a:pt x="11049" y="0"/>
                    <a:pt x="26575" y="0"/>
                  </a:cubicBezTo>
                  <a:cubicBezTo>
                    <a:pt x="41338" y="0"/>
                    <a:pt x="52673" y="8954"/>
                    <a:pt x="52673" y="29623"/>
                  </a:cubicBezTo>
                  <a:lnTo>
                    <a:pt x="52673" y="33338"/>
                  </a:lnTo>
                  <a:lnTo>
                    <a:pt x="16859" y="33338"/>
                  </a:lnTo>
                  <a:cubicBezTo>
                    <a:pt x="18002" y="40291"/>
                    <a:pt x="24098" y="42482"/>
                    <a:pt x="29146" y="42482"/>
                  </a:cubicBezTo>
                  <a:cubicBezTo>
                    <a:pt x="34100" y="42482"/>
                    <a:pt x="38481" y="40100"/>
                    <a:pt x="40386" y="37338"/>
                  </a:cubicBezTo>
                  <a:lnTo>
                    <a:pt x="50387" y="47339"/>
                  </a:lnTo>
                  <a:cubicBezTo>
                    <a:pt x="43910" y="53626"/>
                    <a:pt x="36385" y="56388"/>
                    <a:pt x="27432" y="56388"/>
                  </a:cubicBezTo>
                  <a:cubicBezTo>
                    <a:pt x="13335" y="56483"/>
                    <a:pt x="0" y="46482"/>
                    <a:pt x="0" y="28194"/>
                  </a:cubicBezTo>
                  <a:close/>
                  <a:moveTo>
                    <a:pt x="36290" y="22098"/>
                  </a:moveTo>
                  <a:cubicBezTo>
                    <a:pt x="35623" y="16097"/>
                    <a:pt x="32480" y="12382"/>
                    <a:pt x="26479" y="12382"/>
                  </a:cubicBezTo>
                  <a:cubicBezTo>
                    <a:pt x="21050" y="12382"/>
                    <a:pt x="17621" y="16573"/>
                    <a:pt x="16669" y="22098"/>
                  </a:cubicBezTo>
                  <a:lnTo>
                    <a:pt x="36290" y="2209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5" name="Полилиния: фигура 114"/>
            <p:cNvSpPr/>
            <p:nvPr/>
          </p:nvSpPr>
          <p:spPr bwMode="auto">
            <a:xfrm>
              <a:off x="5580154" y="140217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3912 h 47625"/>
                <a:gd name="connsiteX7" fmla="*/ 33242 w 47625"/>
                <a:gd name="connsiteY7" fmla="*/ 53912 h 47625"/>
                <a:gd name="connsiteX8" fmla="*/ 33242 w 47625"/>
                <a:gd name="connsiteY8" fmla="*/ 33528 h 47625"/>
                <a:gd name="connsiteX9" fmla="*/ 15621 w 47625"/>
                <a:gd name="connsiteY9" fmla="*/ 33528 h 47625"/>
                <a:gd name="connsiteX10" fmla="*/ 15621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3912"/>
                  </a:lnTo>
                  <a:lnTo>
                    <a:pt x="33242" y="53912"/>
                  </a:lnTo>
                  <a:lnTo>
                    <a:pt x="33242" y="33528"/>
                  </a:lnTo>
                  <a:lnTo>
                    <a:pt x="15621" y="33528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6" name="Полилиния: фигура 115"/>
            <p:cNvSpPr/>
            <p:nvPr/>
          </p:nvSpPr>
          <p:spPr bwMode="auto">
            <a:xfrm>
              <a:off x="4552692" y="1289684"/>
              <a:ext cx="171450" cy="114300"/>
            </a:xfrm>
            <a:custGeom>
              <a:avLst/>
              <a:gdLst>
                <a:gd name="connsiteX0" fmla="*/ 62865 w 171450"/>
                <a:gd name="connsiteY0" fmla="*/ 105251 h 114300"/>
                <a:gd name="connsiteX1" fmla="*/ 53530 w 171450"/>
                <a:gd name="connsiteY1" fmla="*/ 105251 h 114300"/>
                <a:gd name="connsiteX2" fmla="*/ 62675 w 171450"/>
                <a:gd name="connsiteY2" fmla="*/ 79058 h 114300"/>
                <a:gd name="connsiteX3" fmla="*/ 88963 w 171450"/>
                <a:gd name="connsiteY3" fmla="*/ 122301 h 114300"/>
                <a:gd name="connsiteX4" fmla="*/ 115252 w 171450"/>
                <a:gd name="connsiteY4" fmla="*/ 79058 h 114300"/>
                <a:gd name="connsiteX5" fmla="*/ 124396 w 171450"/>
                <a:gd name="connsiteY5" fmla="*/ 105251 h 114300"/>
                <a:gd name="connsiteX6" fmla="*/ 114967 w 171450"/>
                <a:gd name="connsiteY6" fmla="*/ 105251 h 114300"/>
                <a:gd name="connsiteX7" fmla="*/ 114967 w 171450"/>
                <a:gd name="connsiteY7" fmla="*/ 121063 h 114300"/>
                <a:gd name="connsiteX8" fmla="*/ 177832 w 171450"/>
                <a:gd name="connsiteY8" fmla="*/ 121063 h 114300"/>
                <a:gd name="connsiteX9" fmla="*/ 177832 w 171450"/>
                <a:gd name="connsiteY9" fmla="*/ 105251 h 114300"/>
                <a:gd name="connsiteX10" fmla="*/ 165640 w 171450"/>
                <a:gd name="connsiteY10" fmla="*/ 105251 h 114300"/>
                <a:gd name="connsiteX11" fmla="*/ 124016 w 171450"/>
                <a:gd name="connsiteY11" fmla="*/ 0 h 114300"/>
                <a:gd name="connsiteX12" fmla="*/ 88963 w 171450"/>
                <a:gd name="connsiteY12" fmla="*/ 61436 h 114300"/>
                <a:gd name="connsiteX13" fmla="*/ 53912 w 171450"/>
                <a:gd name="connsiteY13" fmla="*/ 0 h 114300"/>
                <a:gd name="connsiteX14" fmla="*/ 12287 w 171450"/>
                <a:gd name="connsiteY14" fmla="*/ 105251 h 114300"/>
                <a:gd name="connsiteX15" fmla="*/ 0 w 171450"/>
                <a:gd name="connsiteY15" fmla="*/ 105251 h 114300"/>
                <a:gd name="connsiteX16" fmla="*/ 0 w 171450"/>
                <a:gd name="connsiteY16" fmla="*/ 121063 h 114300"/>
                <a:gd name="connsiteX17" fmla="*/ 62865 w 171450"/>
                <a:gd name="connsiteY17" fmla="*/ 121063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1450" h="114300" extrusionOk="0">
                  <a:moveTo>
                    <a:pt x="62865" y="105251"/>
                  </a:moveTo>
                  <a:lnTo>
                    <a:pt x="53530" y="105251"/>
                  </a:lnTo>
                  <a:lnTo>
                    <a:pt x="62675" y="79058"/>
                  </a:lnTo>
                  <a:lnTo>
                    <a:pt x="88963" y="122301"/>
                  </a:lnTo>
                  <a:lnTo>
                    <a:pt x="115252" y="79058"/>
                  </a:lnTo>
                  <a:lnTo>
                    <a:pt x="124396" y="105251"/>
                  </a:lnTo>
                  <a:lnTo>
                    <a:pt x="114967" y="105251"/>
                  </a:lnTo>
                  <a:lnTo>
                    <a:pt x="114967" y="121063"/>
                  </a:lnTo>
                  <a:lnTo>
                    <a:pt x="177832" y="121063"/>
                  </a:lnTo>
                  <a:lnTo>
                    <a:pt x="177832" y="105251"/>
                  </a:lnTo>
                  <a:lnTo>
                    <a:pt x="165640" y="105251"/>
                  </a:lnTo>
                  <a:lnTo>
                    <a:pt x="124016" y="0"/>
                  </a:lnTo>
                  <a:lnTo>
                    <a:pt x="88963" y="61436"/>
                  </a:lnTo>
                  <a:lnTo>
                    <a:pt x="53912" y="0"/>
                  </a:lnTo>
                  <a:lnTo>
                    <a:pt x="12287" y="105251"/>
                  </a:lnTo>
                  <a:lnTo>
                    <a:pt x="0" y="105251"/>
                  </a:lnTo>
                  <a:lnTo>
                    <a:pt x="0" y="121063"/>
                  </a:lnTo>
                  <a:lnTo>
                    <a:pt x="62865" y="1210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7" name="Полилиния: фигура 116"/>
            <p:cNvSpPr/>
            <p:nvPr/>
          </p:nvSpPr>
          <p:spPr bwMode="auto">
            <a:xfrm>
              <a:off x="4475539" y="1199387"/>
              <a:ext cx="323850" cy="400050"/>
            </a:xfrm>
            <a:custGeom>
              <a:avLst/>
              <a:gdLst>
                <a:gd name="connsiteX0" fmla="*/ 332137 w 323850"/>
                <a:gd name="connsiteY0" fmla="*/ 166116 h 400050"/>
                <a:gd name="connsiteX1" fmla="*/ 166116 w 323850"/>
                <a:gd name="connsiteY1" fmla="*/ 0 h 400050"/>
                <a:gd name="connsiteX2" fmla="*/ 0 w 323850"/>
                <a:gd name="connsiteY2" fmla="*/ 166116 h 400050"/>
                <a:gd name="connsiteX3" fmla="*/ 48482 w 323850"/>
                <a:gd name="connsiteY3" fmla="*/ 283369 h 400050"/>
                <a:gd name="connsiteX4" fmla="*/ 58198 w 323850"/>
                <a:gd name="connsiteY4" fmla="*/ 287369 h 400050"/>
                <a:gd name="connsiteX5" fmla="*/ 71723 w 323850"/>
                <a:gd name="connsiteY5" fmla="*/ 273844 h 400050"/>
                <a:gd name="connsiteX6" fmla="*/ 67628 w 323850"/>
                <a:gd name="connsiteY6" fmla="*/ 264033 h 400050"/>
                <a:gd name="connsiteX7" fmla="*/ 27051 w 323850"/>
                <a:gd name="connsiteY7" fmla="*/ 166021 h 400050"/>
                <a:gd name="connsiteX8" fmla="*/ 166116 w 323850"/>
                <a:gd name="connsiteY8" fmla="*/ 26956 h 400050"/>
                <a:gd name="connsiteX9" fmla="*/ 305181 w 323850"/>
                <a:gd name="connsiteY9" fmla="*/ 166021 h 400050"/>
                <a:gd name="connsiteX10" fmla="*/ 264414 w 323850"/>
                <a:gd name="connsiteY10" fmla="*/ 264319 h 400050"/>
                <a:gd name="connsiteX11" fmla="*/ 146971 w 323850"/>
                <a:gd name="connsiteY11" fmla="*/ 381762 h 400050"/>
                <a:gd name="connsiteX12" fmla="*/ 166116 w 323850"/>
                <a:gd name="connsiteY12" fmla="*/ 400907 h 400050"/>
                <a:gd name="connsiteX13" fmla="*/ 283655 w 323850"/>
                <a:gd name="connsiteY13" fmla="*/ 283369 h 400050"/>
                <a:gd name="connsiteX14" fmla="*/ 332137 w 323850"/>
                <a:gd name="connsiteY14" fmla="*/ 16611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400050" extrusionOk="0">
                  <a:moveTo>
                    <a:pt x="332137" y="166116"/>
                  </a:moveTo>
                  <a:cubicBezTo>
                    <a:pt x="332137" y="74390"/>
                    <a:pt x="257842" y="0"/>
                    <a:pt x="166116" y="0"/>
                  </a:cubicBezTo>
                  <a:cubicBezTo>
                    <a:pt x="74390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273"/>
                    <a:pt x="71723" y="273844"/>
                  </a:cubicBezTo>
                  <a:cubicBezTo>
                    <a:pt x="71723" y="270034"/>
                    <a:pt x="70104" y="266605"/>
                    <a:pt x="67628" y="264033"/>
                  </a:cubicBezTo>
                  <a:cubicBezTo>
                    <a:pt x="42672" y="239078"/>
                    <a:pt x="27051" y="204216"/>
                    <a:pt x="27051" y="166021"/>
                  </a:cubicBezTo>
                  <a:cubicBezTo>
                    <a:pt x="27051" y="89345"/>
                    <a:pt x="89440" y="26956"/>
                    <a:pt x="166116" y="26956"/>
                  </a:cubicBezTo>
                  <a:cubicBezTo>
                    <a:pt x="242792" y="26956"/>
                    <a:pt x="305181" y="89345"/>
                    <a:pt x="305181" y="166021"/>
                  </a:cubicBezTo>
                  <a:cubicBezTo>
                    <a:pt x="305181" y="204406"/>
                    <a:pt x="289560" y="239173"/>
                    <a:pt x="264414" y="264319"/>
                  </a:cubicBezTo>
                  <a:lnTo>
                    <a:pt x="146971" y="381762"/>
                  </a:lnTo>
                  <a:lnTo>
                    <a:pt x="166116" y="400907"/>
                  </a:lnTo>
                  <a:lnTo>
                    <a:pt x="283655" y="283369"/>
                  </a:lnTo>
                  <a:cubicBezTo>
                    <a:pt x="313563" y="253365"/>
                    <a:pt x="332137" y="211931"/>
                    <a:pt x="332137" y="1661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309486928" name="Мосгортранс" hidden="1"/>
          <p:cNvGrpSpPr>
            <a:grpSpLocks noChangeAspect="1"/>
          </p:cNvGrpSpPr>
          <p:nvPr userDrawn="1"/>
        </p:nvGrpSpPr>
        <p:grpSpPr bwMode="auto">
          <a:xfrm>
            <a:off x="1254294" y="6388794"/>
            <a:ext cx="879328" cy="319479"/>
            <a:chOff x="6217253" y="1957387"/>
            <a:chExt cx="1101090" cy="400050"/>
          </a:xfrm>
          <a:solidFill>
            <a:srgbClr val="0A51A1"/>
          </a:solidFill>
        </p:grpSpPr>
        <p:sp>
          <p:nvSpPr>
            <p:cNvPr id="119" name="Полилиния: фигура 118"/>
            <p:cNvSpPr/>
            <p:nvPr/>
          </p:nvSpPr>
          <p:spPr bwMode="auto">
            <a:xfrm>
              <a:off x="6633782" y="2090928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4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1913 w 104775"/>
                <a:gd name="connsiteY11" fmla="*/ 74771 h 66675"/>
                <a:gd name="connsiteX12" fmla="*/ 46863 w 104775"/>
                <a:gd name="connsiteY12" fmla="*/ 74771 h 66675"/>
                <a:gd name="connsiteX13" fmla="*/ 31242 w 104775"/>
                <a:gd name="connsiteY13" fmla="*/ 31147 h 66675"/>
                <a:gd name="connsiteX14" fmla="*/ 31051 w 104775"/>
                <a:gd name="connsiteY14" fmla="*/ 31147 h 66675"/>
                <a:gd name="connsiteX15" fmla="*/ 1790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 extrusionOk="0">
                  <a:moveTo>
                    <a:pt x="0" y="74771"/>
                  </a:moveTo>
                  <a:lnTo>
                    <a:pt x="24574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1913" y="74771"/>
                  </a:lnTo>
                  <a:lnTo>
                    <a:pt x="46863" y="74771"/>
                  </a:lnTo>
                  <a:lnTo>
                    <a:pt x="31242" y="31147"/>
                  </a:lnTo>
                  <a:lnTo>
                    <a:pt x="31051" y="31147"/>
                  </a:lnTo>
                  <a:lnTo>
                    <a:pt x="1790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0" name="Полилиния: фигура 119"/>
            <p:cNvSpPr/>
            <p:nvPr/>
          </p:nvSpPr>
          <p:spPr bwMode="auto">
            <a:xfrm>
              <a:off x="6747510" y="2110454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9053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3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3" y="28099"/>
                  </a:moveTo>
                  <a:cubicBezTo>
                    <a:pt x="39053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3" y="36195"/>
                    <a:pt x="39053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1" name="Полилиния: фигура 120"/>
            <p:cNvSpPr/>
            <p:nvPr/>
          </p:nvSpPr>
          <p:spPr bwMode="auto">
            <a:xfrm>
              <a:off x="6810661" y="2110454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2" name="Полилиния: фигура 121"/>
            <p:cNvSpPr/>
            <p:nvPr/>
          </p:nvSpPr>
          <p:spPr bwMode="auto">
            <a:xfrm>
              <a:off x="6867239" y="2111692"/>
              <a:ext cx="28575" cy="47625"/>
            </a:xfrm>
            <a:custGeom>
              <a:avLst/>
              <a:gdLst>
                <a:gd name="connsiteX0" fmla="*/ 95 w 28575"/>
                <a:gd name="connsiteY0" fmla="*/ 0 h 47625"/>
                <a:gd name="connsiteX1" fmla="*/ 38005 w 28575"/>
                <a:gd name="connsiteY1" fmla="*/ 0 h 47625"/>
                <a:gd name="connsiteX2" fmla="*/ 32956 w 28575"/>
                <a:gd name="connsiteY2" fmla="*/ 13526 h 47625"/>
                <a:gd name="connsiteX3" fmla="*/ 15621 w 28575"/>
                <a:gd name="connsiteY3" fmla="*/ 13526 h 47625"/>
                <a:gd name="connsiteX4" fmla="*/ 15621 w 28575"/>
                <a:gd name="connsiteY4" fmla="*/ 53912 h 47625"/>
                <a:gd name="connsiteX5" fmla="*/ 0 w 28575"/>
                <a:gd name="connsiteY5" fmla="*/ 53912 h 47625"/>
                <a:gd name="connsiteX6" fmla="*/ 0 w 28575"/>
                <a:gd name="connsiteY6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47625" extrusionOk="0">
                  <a:moveTo>
                    <a:pt x="95" y="0"/>
                  </a:moveTo>
                  <a:lnTo>
                    <a:pt x="38005" y="0"/>
                  </a:lnTo>
                  <a:lnTo>
                    <a:pt x="32956" y="13526"/>
                  </a:lnTo>
                  <a:lnTo>
                    <a:pt x="15621" y="13526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3" name="Полилиния: фигура 122"/>
            <p:cNvSpPr/>
            <p:nvPr/>
          </p:nvSpPr>
          <p:spPr bwMode="auto">
            <a:xfrm>
              <a:off x="6909529" y="2110454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9052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2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2" y="28099"/>
                  </a:moveTo>
                  <a:cubicBezTo>
                    <a:pt x="39052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2" y="36195"/>
                    <a:pt x="39052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4" name="Полилиния: фигура 123"/>
            <p:cNvSpPr/>
            <p:nvPr/>
          </p:nvSpPr>
          <p:spPr bwMode="auto">
            <a:xfrm>
              <a:off x="6976205" y="2110358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4 h 66675"/>
                <a:gd name="connsiteX3" fmla="*/ 15621 w 47625"/>
                <a:gd name="connsiteY3" fmla="*/ 1334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2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4"/>
                  </a:lnTo>
                  <a:lnTo>
                    <a:pt x="15621" y="1334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1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9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2"/>
                  </a:moveTo>
                  <a:cubicBezTo>
                    <a:pt x="34385" y="42482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2"/>
                    <a:pt x="27242" y="42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5" name="Полилиния: фигура 124"/>
            <p:cNvSpPr/>
            <p:nvPr/>
          </p:nvSpPr>
          <p:spPr bwMode="auto">
            <a:xfrm>
              <a:off x="7038022" y="2111692"/>
              <a:ext cx="47625" cy="47625"/>
            </a:xfrm>
            <a:custGeom>
              <a:avLst/>
              <a:gdLst>
                <a:gd name="connsiteX0" fmla="*/ 15812 w 47625"/>
                <a:gd name="connsiteY0" fmla="*/ 13621 h 47625"/>
                <a:gd name="connsiteX1" fmla="*/ 0 w 47625"/>
                <a:gd name="connsiteY1" fmla="*/ 13621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62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 extrusionOk="0">
                  <a:moveTo>
                    <a:pt x="15812" y="13621"/>
                  </a:moveTo>
                  <a:lnTo>
                    <a:pt x="0" y="13621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62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6" name="Полилиния: фигура 125"/>
            <p:cNvSpPr/>
            <p:nvPr/>
          </p:nvSpPr>
          <p:spPr bwMode="auto">
            <a:xfrm>
              <a:off x="7094125" y="2110358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4 h 66675"/>
                <a:gd name="connsiteX3" fmla="*/ 15621 w 47625"/>
                <a:gd name="connsiteY3" fmla="*/ 1334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2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4"/>
                  </a:lnTo>
                  <a:lnTo>
                    <a:pt x="15621" y="1334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1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8" y="52769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2"/>
                  </a:moveTo>
                  <a:cubicBezTo>
                    <a:pt x="34385" y="42482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2"/>
                    <a:pt x="27242" y="42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7" name="Полилиния: фигура 126"/>
            <p:cNvSpPr/>
            <p:nvPr/>
          </p:nvSpPr>
          <p:spPr bwMode="auto">
            <a:xfrm>
              <a:off x="7157275" y="2110263"/>
              <a:ext cx="47625" cy="47625"/>
            </a:xfrm>
            <a:custGeom>
              <a:avLst/>
              <a:gdLst>
                <a:gd name="connsiteX0" fmla="*/ 0 w 47625"/>
                <a:gd name="connsiteY0" fmla="*/ 38481 h 47625"/>
                <a:gd name="connsiteX1" fmla="*/ 23813 w 47625"/>
                <a:gd name="connsiteY1" fmla="*/ 20860 h 47625"/>
                <a:gd name="connsiteX2" fmla="*/ 32861 w 47625"/>
                <a:gd name="connsiteY2" fmla="*/ 21431 h 47625"/>
                <a:gd name="connsiteX3" fmla="*/ 32861 w 47625"/>
                <a:gd name="connsiteY3" fmla="*/ 20669 h 47625"/>
                <a:gd name="connsiteX4" fmla="*/ 24194 w 47625"/>
                <a:gd name="connsiteY4" fmla="*/ 13811 h 47625"/>
                <a:gd name="connsiteX5" fmla="*/ 11621 w 47625"/>
                <a:gd name="connsiteY5" fmla="*/ 17717 h 47625"/>
                <a:gd name="connsiteX6" fmla="*/ 2476 w 47625"/>
                <a:gd name="connsiteY6" fmla="*/ 8382 h 47625"/>
                <a:gd name="connsiteX7" fmla="*/ 24955 w 47625"/>
                <a:gd name="connsiteY7" fmla="*/ 0 h 47625"/>
                <a:gd name="connsiteX8" fmla="*/ 48578 w 47625"/>
                <a:gd name="connsiteY8" fmla="*/ 20955 h 47625"/>
                <a:gd name="connsiteX9" fmla="*/ 48578 w 47625"/>
                <a:gd name="connsiteY9" fmla="*/ 55245 h 47625"/>
                <a:gd name="connsiteX10" fmla="*/ 33147 w 47625"/>
                <a:gd name="connsiteY10" fmla="*/ 55245 h 47625"/>
                <a:gd name="connsiteX11" fmla="*/ 33147 w 47625"/>
                <a:gd name="connsiteY11" fmla="*/ 49816 h 47625"/>
                <a:gd name="connsiteX12" fmla="*/ 32957 w 47625"/>
                <a:gd name="connsiteY12" fmla="*/ 49816 h 47625"/>
                <a:gd name="connsiteX13" fmla="*/ 18479 w 47625"/>
                <a:gd name="connsiteY13" fmla="*/ 56579 h 47625"/>
                <a:gd name="connsiteX14" fmla="*/ 0 w 47625"/>
                <a:gd name="connsiteY14" fmla="*/ 38481 h 47625"/>
                <a:gd name="connsiteX15" fmla="*/ 32861 w 47625"/>
                <a:gd name="connsiteY15" fmla="*/ 34766 h 47625"/>
                <a:gd name="connsiteX16" fmla="*/ 32861 w 47625"/>
                <a:gd name="connsiteY16" fmla="*/ 32957 h 47625"/>
                <a:gd name="connsiteX17" fmla="*/ 26003 w 47625"/>
                <a:gd name="connsiteY17" fmla="*/ 32195 h 47625"/>
                <a:gd name="connsiteX18" fmla="*/ 15716 w 47625"/>
                <a:gd name="connsiteY18" fmla="*/ 38386 h 47625"/>
                <a:gd name="connsiteX19" fmla="*/ 23146 w 47625"/>
                <a:gd name="connsiteY19" fmla="*/ 44482 h 47625"/>
                <a:gd name="connsiteX20" fmla="*/ 32861 w 47625"/>
                <a:gd name="connsiteY20" fmla="*/ 3476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extrusionOk="0">
                  <a:moveTo>
                    <a:pt x="0" y="38481"/>
                  </a:moveTo>
                  <a:cubicBezTo>
                    <a:pt x="0" y="29909"/>
                    <a:pt x="7144" y="20860"/>
                    <a:pt x="23813" y="20860"/>
                  </a:cubicBezTo>
                  <a:cubicBezTo>
                    <a:pt x="26194" y="20860"/>
                    <a:pt x="30004" y="20955"/>
                    <a:pt x="32861" y="21431"/>
                  </a:cubicBezTo>
                  <a:lnTo>
                    <a:pt x="32861" y="20669"/>
                  </a:lnTo>
                  <a:cubicBezTo>
                    <a:pt x="32861" y="15621"/>
                    <a:pt x="28766" y="13811"/>
                    <a:pt x="24194" y="13811"/>
                  </a:cubicBezTo>
                  <a:cubicBezTo>
                    <a:pt x="20098" y="13811"/>
                    <a:pt x="15621" y="15049"/>
                    <a:pt x="11621" y="17717"/>
                  </a:cubicBezTo>
                  <a:lnTo>
                    <a:pt x="2476" y="8382"/>
                  </a:lnTo>
                  <a:cubicBezTo>
                    <a:pt x="8668" y="2572"/>
                    <a:pt x="17621" y="0"/>
                    <a:pt x="24955" y="0"/>
                  </a:cubicBezTo>
                  <a:cubicBezTo>
                    <a:pt x="39053" y="0"/>
                    <a:pt x="48578" y="8001"/>
                    <a:pt x="48578" y="20955"/>
                  </a:cubicBezTo>
                  <a:lnTo>
                    <a:pt x="48578" y="55245"/>
                  </a:lnTo>
                  <a:lnTo>
                    <a:pt x="33147" y="55245"/>
                  </a:lnTo>
                  <a:lnTo>
                    <a:pt x="33147" y="49816"/>
                  </a:lnTo>
                  <a:lnTo>
                    <a:pt x="32957" y="49816"/>
                  </a:lnTo>
                  <a:cubicBezTo>
                    <a:pt x="30194" y="54483"/>
                    <a:pt x="25146" y="56579"/>
                    <a:pt x="18479" y="56579"/>
                  </a:cubicBezTo>
                  <a:cubicBezTo>
                    <a:pt x="7811" y="56674"/>
                    <a:pt x="0" y="48863"/>
                    <a:pt x="0" y="38481"/>
                  </a:cubicBezTo>
                  <a:close/>
                  <a:moveTo>
                    <a:pt x="32861" y="34766"/>
                  </a:moveTo>
                  <a:lnTo>
                    <a:pt x="32861" y="32957"/>
                  </a:lnTo>
                  <a:cubicBezTo>
                    <a:pt x="30766" y="32576"/>
                    <a:pt x="28194" y="32195"/>
                    <a:pt x="26003" y="32195"/>
                  </a:cubicBezTo>
                  <a:cubicBezTo>
                    <a:pt x="18859" y="32195"/>
                    <a:pt x="15812" y="34766"/>
                    <a:pt x="15716" y="38386"/>
                  </a:cubicBezTo>
                  <a:cubicBezTo>
                    <a:pt x="15621" y="42005"/>
                    <a:pt x="18383" y="44577"/>
                    <a:pt x="23146" y="44482"/>
                  </a:cubicBezTo>
                  <a:cubicBezTo>
                    <a:pt x="27813" y="44387"/>
                    <a:pt x="32861" y="41624"/>
                    <a:pt x="32861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8" name="Полилиния: фигура 127"/>
            <p:cNvSpPr/>
            <p:nvPr/>
          </p:nvSpPr>
          <p:spPr bwMode="auto">
            <a:xfrm>
              <a:off x="7220044" y="2111692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3912 h 47625"/>
                <a:gd name="connsiteX7" fmla="*/ 33242 w 47625"/>
                <a:gd name="connsiteY7" fmla="*/ 53912 h 47625"/>
                <a:gd name="connsiteX8" fmla="*/ 33242 w 47625"/>
                <a:gd name="connsiteY8" fmla="*/ 33528 h 47625"/>
                <a:gd name="connsiteX9" fmla="*/ 15621 w 47625"/>
                <a:gd name="connsiteY9" fmla="*/ 33528 h 47625"/>
                <a:gd name="connsiteX10" fmla="*/ 15621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3912"/>
                  </a:lnTo>
                  <a:lnTo>
                    <a:pt x="33242" y="53912"/>
                  </a:lnTo>
                  <a:lnTo>
                    <a:pt x="33242" y="33528"/>
                  </a:lnTo>
                  <a:lnTo>
                    <a:pt x="15621" y="33528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9" name="Полилиния: фигура 128"/>
            <p:cNvSpPr/>
            <p:nvPr/>
          </p:nvSpPr>
          <p:spPr bwMode="auto">
            <a:xfrm>
              <a:off x="7280243" y="2110454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3 w 38100"/>
                <a:gd name="connsiteY4" fmla="*/ 13811 h 47625"/>
                <a:gd name="connsiteX5" fmla="*/ 16288 w 38100"/>
                <a:gd name="connsiteY5" fmla="*/ 28099 h 47625"/>
                <a:gd name="connsiteX6" fmla="*/ 27623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3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3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7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0" name="Полилиния: фигура 129"/>
            <p:cNvSpPr/>
            <p:nvPr/>
          </p:nvSpPr>
          <p:spPr bwMode="auto">
            <a:xfrm>
              <a:off x="6217253" y="1957387"/>
              <a:ext cx="323850" cy="400050"/>
            </a:xfrm>
            <a:custGeom>
              <a:avLst/>
              <a:gdLst>
                <a:gd name="connsiteX0" fmla="*/ 166116 w 323850"/>
                <a:gd name="connsiteY0" fmla="*/ 0 h 400050"/>
                <a:gd name="connsiteX1" fmla="*/ 0 w 323850"/>
                <a:gd name="connsiteY1" fmla="*/ 166116 h 400050"/>
                <a:gd name="connsiteX2" fmla="*/ 48482 w 323850"/>
                <a:gd name="connsiteY2" fmla="*/ 283369 h 400050"/>
                <a:gd name="connsiteX3" fmla="*/ 58198 w 323850"/>
                <a:gd name="connsiteY3" fmla="*/ 287369 h 400050"/>
                <a:gd name="connsiteX4" fmla="*/ 71723 w 323850"/>
                <a:gd name="connsiteY4" fmla="*/ 273939 h 400050"/>
                <a:gd name="connsiteX5" fmla="*/ 67628 w 323850"/>
                <a:gd name="connsiteY5" fmla="*/ 264128 h 400050"/>
                <a:gd name="connsiteX6" fmla="*/ 27146 w 323850"/>
                <a:gd name="connsiteY6" fmla="*/ 166116 h 400050"/>
                <a:gd name="connsiteX7" fmla="*/ 166211 w 323850"/>
                <a:gd name="connsiteY7" fmla="*/ 27051 h 400050"/>
                <a:gd name="connsiteX8" fmla="*/ 305276 w 323850"/>
                <a:gd name="connsiteY8" fmla="*/ 166116 h 400050"/>
                <a:gd name="connsiteX9" fmla="*/ 264509 w 323850"/>
                <a:gd name="connsiteY9" fmla="*/ 264414 h 400050"/>
                <a:gd name="connsiteX10" fmla="*/ 147066 w 323850"/>
                <a:gd name="connsiteY10" fmla="*/ 381857 h 400050"/>
                <a:gd name="connsiteX11" fmla="*/ 166211 w 323850"/>
                <a:gd name="connsiteY11" fmla="*/ 401003 h 400050"/>
                <a:gd name="connsiteX12" fmla="*/ 283750 w 323850"/>
                <a:gd name="connsiteY12" fmla="*/ 283464 h 400050"/>
                <a:gd name="connsiteX13" fmla="*/ 283750 w 323850"/>
                <a:gd name="connsiteY13" fmla="*/ 283464 h 400050"/>
                <a:gd name="connsiteX14" fmla="*/ 332327 w 323850"/>
                <a:gd name="connsiteY14" fmla="*/ 166116 h 400050"/>
                <a:gd name="connsiteX15" fmla="*/ 166116 w 323850"/>
                <a:gd name="connsiteY15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23850" h="400050" extrusionOk="0">
                  <a:moveTo>
                    <a:pt x="166116" y="0"/>
                  </a:moveTo>
                  <a:cubicBezTo>
                    <a:pt x="74390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939"/>
                  </a:cubicBezTo>
                  <a:cubicBezTo>
                    <a:pt x="71723" y="270129"/>
                    <a:pt x="70104" y="266700"/>
                    <a:pt x="67628" y="264128"/>
                  </a:cubicBezTo>
                  <a:cubicBezTo>
                    <a:pt x="42672" y="239173"/>
                    <a:pt x="27146" y="204311"/>
                    <a:pt x="27146" y="166116"/>
                  </a:cubicBezTo>
                  <a:cubicBezTo>
                    <a:pt x="27146" y="89440"/>
                    <a:pt x="89535" y="27051"/>
                    <a:pt x="166211" y="27051"/>
                  </a:cubicBezTo>
                  <a:cubicBezTo>
                    <a:pt x="242888" y="27051"/>
                    <a:pt x="305276" y="89440"/>
                    <a:pt x="305276" y="166116"/>
                  </a:cubicBezTo>
                  <a:cubicBezTo>
                    <a:pt x="305276" y="204502"/>
                    <a:pt x="289655" y="239268"/>
                    <a:pt x="264509" y="264414"/>
                  </a:cubicBezTo>
                  <a:lnTo>
                    <a:pt x="147066" y="381857"/>
                  </a:lnTo>
                  <a:lnTo>
                    <a:pt x="166211" y="401003"/>
                  </a:lnTo>
                  <a:lnTo>
                    <a:pt x="283750" y="283464"/>
                  </a:lnTo>
                  <a:lnTo>
                    <a:pt x="283750" y="283464"/>
                  </a:lnTo>
                  <a:cubicBezTo>
                    <a:pt x="313754" y="253460"/>
                    <a:pt x="332327" y="211931"/>
                    <a:pt x="332327" y="166116"/>
                  </a:cubicBezTo>
                  <a:cubicBezTo>
                    <a:pt x="332137" y="74390"/>
                    <a:pt x="257842" y="0"/>
                    <a:pt x="166116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1" name="Полилиния: фигура 130"/>
            <p:cNvSpPr/>
            <p:nvPr/>
          </p:nvSpPr>
          <p:spPr bwMode="auto">
            <a:xfrm>
              <a:off x="6284786" y="2024919"/>
              <a:ext cx="190500" cy="190500"/>
            </a:xfrm>
            <a:custGeom>
              <a:avLst/>
              <a:gdLst>
                <a:gd name="connsiteX0" fmla="*/ 197167 w 190500"/>
                <a:gd name="connsiteY0" fmla="*/ 98584 h 190500"/>
                <a:gd name="connsiteX1" fmla="*/ 98584 w 190500"/>
                <a:gd name="connsiteY1" fmla="*/ 0 h 190500"/>
                <a:gd name="connsiteX2" fmla="*/ 0 w 190500"/>
                <a:gd name="connsiteY2" fmla="*/ 98584 h 190500"/>
                <a:gd name="connsiteX3" fmla="*/ 98584 w 190500"/>
                <a:gd name="connsiteY3" fmla="*/ 197168 h 190500"/>
                <a:gd name="connsiteX4" fmla="*/ 197167 w 190500"/>
                <a:gd name="connsiteY4" fmla="*/ 98584 h 190500"/>
                <a:gd name="connsiteX5" fmla="*/ 92964 w 190500"/>
                <a:gd name="connsiteY5" fmla="*/ 120015 h 190500"/>
                <a:gd name="connsiteX6" fmla="*/ 76676 w 190500"/>
                <a:gd name="connsiteY6" fmla="*/ 140399 h 190500"/>
                <a:gd name="connsiteX7" fmla="*/ 40386 w 190500"/>
                <a:gd name="connsiteY7" fmla="*/ 140399 h 190500"/>
                <a:gd name="connsiteX8" fmla="*/ 61913 w 190500"/>
                <a:gd name="connsiteY8" fmla="*/ 124301 h 190500"/>
                <a:gd name="connsiteX9" fmla="*/ 36957 w 190500"/>
                <a:gd name="connsiteY9" fmla="*/ 114681 h 190500"/>
                <a:gd name="connsiteX10" fmla="*/ 12478 w 190500"/>
                <a:gd name="connsiteY10" fmla="*/ 80772 h 190500"/>
                <a:gd name="connsiteX11" fmla="*/ 32385 w 190500"/>
                <a:gd name="connsiteY11" fmla="*/ 95250 h 190500"/>
                <a:gd name="connsiteX12" fmla="*/ 32290 w 190500"/>
                <a:gd name="connsiteY12" fmla="*/ 92774 h 190500"/>
                <a:gd name="connsiteX13" fmla="*/ 107156 w 190500"/>
                <a:gd name="connsiteY13" fmla="*/ 45529 h 190500"/>
                <a:gd name="connsiteX14" fmla="*/ 136493 w 190500"/>
                <a:gd name="connsiteY14" fmla="*/ 50959 h 190500"/>
                <a:gd name="connsiteX15" fmla="*/ 157258 w 190500"/>
                <a:gd name="connsiteY15" fmla="*/ 61722 h 190500"/>
                <a:gd name="connsiteX16" fmla="*/ 171926 w 190500"/>
                <a:gd name="connsiteY16" fmla="*/ 107156 h 190500"/>
                <a:gd name="connsiteX17" fmla="*/ 172498 w 190500"/>
                <a:gd name="connsiteY17" fmla="*/ 107156 h 190500"/>
                <a:gd name="connsiteX18" fmla="*/ 184404 w 190500"/>
                <a:gd name="connsiteY18" fmla="*/ 107156 h 190500"/>
                <a:gd name="connsiteX19" fmla="*/ 171069 w 190500"/>
                <a:gd name="connsiteY19" fmla="*/ 109061 h 190500"/>
                <a:gd name="connsiteX20" fmla="*/ 129445 w 190500"/>
                <a:gd name="connsiteY20" fmla="*/ 138303 h 190500"/>
                <a:gd name="connsiteX21" fmla="*/ 167449 w 190500"/>
                <a:gd name="connsiteY21" fmla="*/ 109633 h 190500"/>
                <a:gd name="connsiteX22" fmla="*/ 122682 w 190500"/>
                <a:gd name="connsiteY22" fmla="*/ 115919 h 190500"/>
                <a:gd name="connsiteX23" fmla="*/ 113633 w 190500"/>
                <a:gd name="connsiteY23" fmla="*/ 140684 h 190500"/>
                <a:gd name="connsiteX24" fmla="*/ 85630 w 190500"/>
                <a:gd name="connsiteY24" fmla="*/ 140494 h 190500"/>
                <a:gd name="connsiteX25" fmla="*/ 102679 w 190500"/>
                <a:gd name="connsiteY25" fmla="*/ 118681 h 190500"/>
                <a:gd name="connsiteX26" fmla="*/ 92964 w 190500"/>
                <a:gd name="connsiteY26" fmla="*/ 12001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90500" h="190500" extrusionOk="0">
                  <a:moveTo>
                    <a:pt x="197167" y="98584"/>
                  </a:moveTo>
                  <a:cubicBezTo>
                    <a:pt x="197167" y="44196"/>
                    <a:pt x="153067" y="0"/>
                    <a:pt x="98584" y="0"/>
                  </a:cubicBezTo>
                  <a:cubicBezTo>
                    <a:pt x="44196" y="0"/>
                    <a:pt x="0" y="44101"/>
                    <a:pt x="0" y="98584"/>
                  </a:cubicBezTo>
                  <a:cubicBezTo>
                    <a:pt x="0" y="152972"/>
                    <a:pt x="44101" y="197168"/>
                    <a:pt x="98584" y="197168"/>
                  </a:cubicBezTo>
                  <a:cubicBezTo>
                    <a:pt x="152971" y="197072"/>
                    <a:pt x="197167" y="152972"/>
                    <a:pt x="197167" y="98584"/>
                  </a:cubicBezTo>
                  <a:close/>
                  <a:moveTo>
                    <a:pt x="92964" y="120015"/>
                  </a:moveTo>
                  <a:lnTo>
                    <a:pt x="76676" y="140399"/>
                  </a:lnTo>
                  <a:lnTo>
                    <a:pt x="40386" y="140399"/>
                  </a:lnTo>
                  <a:lnTo>
                    <a:pt x="61913" y="124301"/>
                  </a:lnTo>
                  <a:cubicBezTo>
                    <a:pt x="52673" y="124778"/>
                    <a:pt x="42863" y="122015"/>
                    <a:pt x="36957" y="114681"/>
                  </a:cubicBezTo>
                  <a:cubicBezTo>
                    <a:pt x="29432" y="105442"/>
                    <a:pt x="20955" y="94774"/>
                    <a:pt x="12478" y="80772"/>
                  </a:cubicBezTo>
                  <a:lnTo>
                    <a:pt x="32385" y="95250"/>
                  </a:lnTo>
                  <a:lnTo>
                    <a:pt x="32290" y="92774"/>
                  </a:lnTo>
                  <a:cubicBezTo>
                    <a:pt x="31432" y="65627"/>
                    <a:pt x="65532" y="43625"/>
                    <a:pt x="107156" y="45529"/>
                  </a:cubicBezTo>
                  <a:cubicBezTo>
                    <a:pt x="117348" y="46006"/>
                    <a:pt x="127159" y="47911"/>
                    <a:pt x="136493" y="50959"/>
                  </a:cubicBezTo>
                  <a:cubicBezTo>
                    <a:pt x="144304" y="53531"/>
                    <a:pt x="150971" y="56388"/>
                    <a:pt x="157258" y="61722"/>
                  </a:cubicBezTo>
                  <a:cubicBezTo>
                    <a:pt x="173545" y="75248"/>
                    <a:pt x="177546" y="92393"/>
                    <a:pt x="171926" y="107156"/>
                  </a:cubicBezTo>
                  <a:cubicBezTo>
                    <a:pt x="172117" y="107156"/>
                    <a:pt x="172307" y="107156"/>
                    <a:pt x="172498" y="107156"/>
                  </a:cubicBezTo>
                  <a:lnTo>
                    <a:pt x="184404" y="107156"/>
                  </a:lnTo>
                  <a:lnTo>
                    <a:pt x="171069" y="109061"/>
                  </a:lnTo>
                  <a:cubicBezTo>
                    <a:pt x="164973" y="122873"/>
                    <a:pt x="150304" y="134303"/>
                    <a:pt x="129445" y="138303"/>
                  </a:cubicBezTo>
                  <a:cubicBezTo>
                    <a:pt x="149257" y="133541"/>
                    <a:pt x="162211" y="122492"/>
                    <a:pt x="167449" y="109633"/>
                  </a:cubicBezTo>
                  <a:lnTo>
                    <a:pt x="122682" y="115919"/>
                  </a:lnTo>
                  <a:lnTo>
                    <a:pt x="113633" y="140684"/>
                  </a:lnTo>
                  <a:lnTo>
                    <a:pt x="85630" y="140494"/>
                  </a:lnTo>
                  <a:lnTo>
                    <a:pt x="102679" y="118681"/>
                  </a:lnTo>
                  <a:lnTo>
                    <a:pt x="92964" y="1200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2" name="Полилиния: фигура 131"/>
            <p:cNvSpPr/>
            <p:nvPr/>
          </p:nvSpPr>
          <p:spPr bwMode="auto">
            <a:xfrm>
              <a:off x="6334784" y="2074738"/>
              <a:ext cx="114300" cy="57150"/>
            </a:xfrm>
            <a:custGeom>
              <a:avLst/>
              <a:gdLst>
                <a:gd name="connsiteX0" fmla="*/ 53158 w 114300"/>
                <a:gd name="connsiteY0" fmla="*/ 57337 h 57150"/>
                <a:gd name="connsiteX1" fmla="*/ 61825 w 114300"/>
                <a:gd name="connsiteY1" fmla="*/ 57432 h 57150"/>
                <a:gd name="connsiteX2" fmla="*/ 88400 w 114300"/>
                <a:gd name="connsiteY2" fmla="*/ 23428 h 57150"/>
                <a:gd name="connsiteX3" fmla="*/ 76018 w 114300"/>
                <a:gd name="connsiteY3" fmla="*/ 57528 h 57150"/>
                <a:gd name="connsiteX4" fmla="*/ 118594 w 114300"/>
                <a:gd name="connsiteY4" fmla="*/ 57147 h 57150"/>
                <a:gd name="connsiteX5" fmla="*/ 106974 w 114300"/>
                <a:gd name="connsiteY5" fmla="*/ 17046 h 57150"/>
                <a:gd name="connsiteX6" fmla="*/ 85352 w 114300"/>
                <a:gd name="connsiteY6" fmla="*/ 4092 h 57150"/>
                <a:gd name="connsiteX7" fmla="*/ 4390 w 114300"/>
                <a:gd name="connsiteY7" fmla="*/ 48288 h 57150"/>
                <a:gd name="connsiteX8" fmla="*/ 10105 w 114300"/>
                <a:gd name="connsiteY8" fmla="*/ 53813 h 57150"/>
                <a:gd name="connsiteX9" fmla="*/ 34489 w 114300"/>
                <a:gd name="connsiteY9" fmla="*/ 57432 h 57150"/>
                <a:gd name="connsiteX10" fmla="*/ 34965 w 114300"/>
                <a:gd name="connsiteY10" fmla="*/ 57432 h 57150"/>
                <a:gd name="connsiteX11" fmla="*/ 79828 w 114300"/>
                <a:gd name="connsiteY11" fmla="*/ 24000 h 57150"/>
                <a:gd name="connsiteX12" fmla="*/ 53158 w 114300"/>
                <a:gd name="connsiteY12" fmla="*/ 57337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4300" h="57150" extrusionOk="0">
                  <a:moveTo>
                    <a:pt x="53158" y="57337"/>
                  </a:moveTo>
                  <a:cubicBezTo>
                    <a:pt x="55920" y="57337"/>
                    <a:pt x="58873" y="57337"/>
                    <a:pt x="61825" y="57432"/>
                  </a:cubicBezTo>
                  <a:lnTo>
                    <a:pt x="88400" y="23428"/>
                  </a:lnTo>
                  <a:lnTo>
                    <a:pt x="76018" y="57528"/>
                  </a:lnTo>
                  <a:cubicBezTo>
                    <a:pt x="88972" y="57623"/>
                    <a:pt x="103354" y="57528"/>
                    <a:pt x="118594" y="57147"/>
                  </a:cubicBezTo>
                  <a:cubicBezTo>
                    <a:pt x="122785" y="44002"/>
                    <a:pt x="119166" y="29238"/>
                    <a:pt x="106974" y="17046"/>
                  </a:cubicBezTo>
                  <a:cubicBezTo>
                    <a:pt x="100687" y="10760"/>
                    <a:pt x="93734" y="6855"/>
                    <a:pt x="85352" y="4092"/>
                  </a:cubicBezTo>
                  <a:cubicBezTo>
                    <a:pt x="40299" y="-10767"/>
                    <a:pt x="-16280" y="17332"/>
                    <a:pt x="4390" y="48288"/>
                  </a:cubicBezTo>
                  <a:cubicBezTo>
                    <a:pt x="5723" y="50289"/>
                    <a:pt x="7152" y="52384"/>
                    <a:pt x="10105" y="53813"/>
                  </a:cubicBezTo>
                  <a:cubicBezTo>
                    <a:pt x="15058" y="56385"/>
                    <a:pt x="24011" y="57528"/>
                    <a:pt x="34489" y="57432"/>
                  </a:cubicBezTo>
                  <a:lnTo>
                    <a:pt x="34965" y="57432"/>
                  </a:lnTo>
                  <a:lnTo>
                    <a:pt x="79828" y="24000"/>
                  </a:lnTo>
                  <a:lnTo>
                    <a:pt x="53158" y="5733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2034202481" name="Московский паркинг" hidden="1"/>
          <p:cNvGrpSpPr>
            <a:grpSpLocks noChangeAspect="1"/>
          </p:cNvGrpSpPr>
          <p:nvPr userDrawn="1"/>
        </p:nvGrpSpPr>
        <p:grpSpPr bwMode="auto">
          <a:xfrm>
            <a:off x="1254294" y="6388794"/>
            <a:ext cx="843273" cy="319479"/>
            <a:chOff x="10438740" y="1385217"/>
            <a:chExt cx="1055941" cy="400050"/>
          </a:xfrm>
          <a:solidFill>
            <a:srgbClr val="59A020"/>
          </a:solidFill>
        </p:grpSpPr>
        <p:sp>
          <p:nvSpPr>
            <p:cNvPr id="134" name="Полилиния: фигура 133"/>
            <p:cNvSpPr/>
            <p:nvPr/>
          </p:nvSpPr>
          <p:spPr bwMode="auto">
            <a:xfrm>
              <a:off x="10855173" y="1452940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4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2103 w 104775"/>
                <a:gd name="connsiteY11" fmla="*/ 74771 h 66675"/>
                <a:gd name="connsiteX12" fmla="*/ 47053 w 104775"/>
                <a:gd name="connsiteY12" fmla="*/ 74771 h 66675"/>
                <a:gd name="connsiteX13" fmla="*/ 31432 w 104775"/>
                <a:gd name="connsiteY13" fmla="*/ 31147 h 66675"/>
                <a:gd name="connsiteX14" fmla="*/ 31242 w 104775"/>
                <a:gd name="connsiteY14" fmla="*/ 31147 h 66675"/>
                <a:gd name="connsiteX15" fmla="*/ 1809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 extrusionOk="0">
                  <a:moveTo>
                    <a:pt x="0" y="74771"/>
                  </a:moveTo>
                  <a:lnTo>
                    <a:pt x="24574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2103" y="74771"/>
                  </a:lnTo>
                  <a:lnTo>
                    <a:pt x="47053" y="74771"/>
                  </a:lnTo>
                  <a:lnTo>
                    <a:pt x="31432" y="31147"/>
                  </a:lnTo>
                  <a:lnTo>
                    <a:pt x="31242" y="31147"/>
                  </a:lnTo>
                  <a:lnTo>
                    <a:pt x="1809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5" name="Полилиния: фигура 134"/>
            <p:cNvSpPr/>
            <p:nvPr/>
          </p:nvSpPr>
          <p:spPr bwMode="auto">
            <a:xfrm>
              <a:off x="10968901" y="147246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9053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3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3" y="28099"/>
                  </a:moveTo>
                  <a:cubicBezTo>
                    <a:pt x="39053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3" y="36195"/>
                    <a:pt x="39053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6" name="Полилиния: фигура 135"/>
            <p:cNvSpPr/>
            <p:nvPr/>
          </p:nvSpPr>
          <p:spPr bwMode="auto">
            <a:xfrm>
              <a:off x="11032052" y="147246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7" name="Полилиния: фигура 136"/>
            <p:cNvSpPr/>
            <p:nvPr/>
          </p:nvSpPr>
          <p:spPr bwMode="auto">
            <a:xfrm>
              <a:off x="11088630" y="147370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4007 h 47625"/>
                <a:gd name="connsiteX12" fmla="*/ 0 w 47625"/>
                <a:gd name="connsiteY12" fmla="*/ 54007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8" name="Полилиния: фигура 137"/>
            <p:cNvSpPr/>
            <p:nvPr/>
          </p:nvSpPr>
          <p:spPr bwMode="auto">
            <a:xfrm>
              <a:off x="11143113" y="147246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7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2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577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9" name="Полилиния: фигура 138"/>
            <p:cNvSpPr/>
            <p:nvPr/>
          </p:nvSpPr>
          <p:spPr bwMode="auto">
            <a:xfrm>
              <a:off x="11209788" y="1473704"/>
              <a:ext cx="47625" cy="47625"/>
            </a:xfrm>
            <a:custGeom>
              <a:avLst/>
              <a:gdLst>
                <a:gd name="connsiteX0" fmla="*/ 0 w 47625"/>
                <a:gd name="connsiteY0" fmla="*/ 54007 h 47625"/>
                <a:gd name="connsiteX1" fmla="*/ 0 w 47625"/>
                <a:gd name="connsiteY1" fmla="*/ 0 h 47625"/>
                <a:gd name="connsiteX2" fmla="*/ 27908 w 47625"/>
                <a:gd name="connsiteY2" fmla="*/ 0 h 47625"/>
                <a:gd name="connsiteX3" fmla="*/ 47625 w 47625"/>
                <a:gd name="connsiteY3" fmla="*/ 14669 h 47625"/>
                <a:gd name="connsiteX4" fmla="*/ 39624 w 47625"/>
                <a:gd name="connsiteY4" fmla="*/ 25051 h 47625"/>
                <a:gd name="connsiteX5" fmla="*/ 39624 w 47625"/>
                <a:gd name="connsiteY5" fmla="*/ 25241 h 47625"/>
                <a:gd name="connsiteX6" fmla="*/ 49911 w 47625"/>
                <a:gd name="connsiteY6" fmla="*/ 38100 h 47625"/>
                <a:gd name="connsiteX7" fmla="*/ 30289 w 47625"/>
                <a:gd name="connsiteY7" fmla="*/ 54007 h 47625"/>
                <a:gd name="connsiteX8" fmla="*/ 0 w 47625"/>
                <a:gd name="connsiteY8" fmla="*/ 54007 h 47625"/>
                <a:gd name="connsiteX9" fmla="*/ 24479 w 47625"/>
                <a:gd name="connsiteY9" fmla="*/ 22384 h 47625"/>
                <a:gd name="connsiteX10" fmla="*/ 31528 w 47625"/>
                <a:gd name="connsiteY10" fmla="*/ 16764 h 47625"/>
                <a:gd name="connsiteX11" fmla="*/ 24479 w 47625"/>
                <a:gd name="connsiteY11" fmla="*/ 11430 h 47625"/>
                <a:gd name="connsiteX12" fmla="*/ 15621 w 47625"/>
                <a:gd name="connsiteY12" fmla="*/ 11430 h 47625"/>
                <a:gd name="connsiteX13" fmla="*/ 15621 w 47625"/>
                <a:gd name="connsiteY13" fmla="*/ 22479 h 47625"/>
                <a:gd name="connsiteX14" fmla="*/ 24479 w 47625"/>
                <a:gd name="connsiteY14" fmla="*/ 22479 h 47625"/>
                <a:gd name="connsiteX15" fmla="*/ 27337 w 47625"/>
                <a:gd name="connsiteY15" fmla="*/ 42672 h 47625"/>
                <a:gd name="connsiteX16" fmla="*/ 33242 w 47625"/>
                <a:gd name="connsiteY16" fmla="*/ 38005 h 47625"/>
                <a:gd name="connsiteX17" fmla="*/ 27337 w 47625"/>
                <a:gd name="connsiteY17" fmla="*/ 32861 h 47625"/>
                <a:gd name="connsiteX18" fmla="*/ 15621 w 47625"/>
                <a:gd name="connsiteY18" fmla="*/ 32861 h 47625"/>
                <a:gd name="connsiteX19" fmla="*/ 15621 w 47625"/>
                <a:gd name="connsiteY19" fmla="*/ 42672 h 47625"/>
                <a:gd name="connsiteX20" fmla="*/ 27337 w 47625"/>
                <a:gd name="connsiteY20" fmla="*/ 4267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extrusionOk="0">
                  <a:moveTo>
                    <a:pt x="0" y="54007"/>
                  </a:moveTo>
                  <a:lnTo>
                    <a:pt x="0" y="0"/>
                  </a:lnTo>
                  <a:lnTo>
                    <a:pt x="27908" y="0"/>
                  </a:lnTo>
                  <a:cubicBezTo>
                    <a:pt x="38481" y="0"/>
                    <a:pt x="47625" y="3905"/>
                    <a:pt x="47625" y="14669"/>
                  </a:cubicBezTo>
                  <a:cubicBezTo>
                    <a:pt x="47625" y="19622"/>
                    <a:pt x="43815" y="23813"/>
                    <a:pt x="39624" y="25051"/>
                  </a:cubicBezTo>
                  <a:lnTo>
                    <a:pt x="39624" y="25241"/>
                  </a:lnTo>
                  <a:cubicBezTo>
                    <a:pt x="45910" y="26956"/>
                    <a:pt x="49911" y="31433"/>
                    <a:pt x="49911" y="38100"/>
                  </a:cubicBezTo>
                  <a:cubicBezTo>
                    <a:pt x="49911" y="46006"/>
                    <a:pt x="44005" y="54007"/>
                    <a:pt x="30289" y="54007"/>
                  </a:cubicBezTo>
                  <a:lnTo>
                    <a:pt x="0" y="54007"/>
                  </a:lnTo>
                  <a:close/>
                  <a:moveTo>
                    <a:pt x="24479" y="22384"/>
                  </a:moveTo>
                  <a:cubicBezTo>
                    <a:pt x="28480" y="22384"/>
                    <a:pt x="31528" y="20765"/>
                    <a:pt x="31528" y="16764"/>
                  </a:cubicBezTo>
                  <a:cubicBezTo>
                    <a:pt x="31528" y="12668"/>
                    <a:pt x="28384" y="11430"/>
                    <a:pt x="24479" y="11430"/>
                  </a:cubicBezTo>
                  <a:lnTo>
                    <a:pt x="15621" y="11430"/>
                  </a:lnTo>
                  <a:lnTo>
                    <a:pt x="15621" y="22479"/>
                  </a:lnTo>
                  <a:lnTo>
                    <a:pt x="24479" y="22479"/>
                  </a:lnTo>
                  <a:close/>
                  <a:moveTo>
                    <a:pt x="27337" y="42672"/>
                  </a:moveTo>
                  <a:cubicBezTo>
                    <a:pt x="31718" y="42672"/>
                    <a:pt x="33242" y="40386"/>
                    <a:pt x="33242" y="38005"/>
                  </a:cubicBezTo>
                  <a:cubicBezTo>
                    <a:pt x="33242" y="35433"/>
                    <a:pt x="31718" y="32861"/>
                    <a:pt x="27337" y="32861"/>
                  </a:cubicBezTo>
                  <a:lnTo>
                    <a:pt x="15621" y="32861"/>
                  </a:lnTo>
                  <a:lnTo>
                    <a:pt x="15621" y="42672"/>
                  </a:lnTo>
                  <a:lnTo>
                    <a:pt x="27337" y="426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0" name="Полилиния: фигура 139"/>
            <p:cNvSpPr/>
            <p:nvPr/>
          </p:nvSpPr>
          <p:spPr bwMode="auto">
            <a:xfrm>
              <a:off x="11267510" y="147246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1" name="Полилиния: фигура 140"/>
            <p:cNvSpPr/>
            <p:nvPr/>
          </p:nvSpPr>
          <p:spPr bwMode="auto">
            <a:xfrm>
              <a:off x="11324088" y="147370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7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4007 h 47625"/>
                <a:gd name="connsiteX12" fmla="*/ 0 w 47625"/>
                <a:gd name="connsiteY12" fmla="*/ 54007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7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2" name="Полилиния: фигура 141"/>
            <p:cNvSpPr/>
            <p:nvPr/>
          </p:nvSpPr>
          <p:spPr bwMode="auto">
            <a:xfrm>
              <a:off x="11382191" y="147370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6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4007 h 47625"/>
                <a:gd name="connsiteX7" fmla="*/ 34195 w 47625"/>
                <a:gd name="connsiteY7" fmla="*/ 54007 h 47625"/>
                <a:gd name="connsiteX8" fmla="*/ 34195 w 47625"/>
                <a:gd name="connsiteY8" fmla="*/ 23527 h 47625"/>
                <a:gd name="connsiteX9" fmla="*/ 34004 w 47625"/>
                <a:gd name="connsiteY9" fmla="*/ 23527 h 47625"/>
                <a:gd name="connsiteX10" fmla="*/ 13526 w 47625"/>
                <a:gd name="connsiteY10" fmla="*/ 54007 h 47625"/>
                <a:gd name="connsiteX11" fmla="*/ 0 w 47625"/>
                <a:gd name="connsiteY11" fmla="*/ 54007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6" y="0"/>
                  </a:lnTo>
                  <a:lnTo>
                    <a:pt x="49816" y="0"/>
                  </a:lnTo>
                  <a:lnTo>
                    <a:pt x="49816" y="54007"/>
                  </a:lnTo>
                  <a:lnTo>
                    <a:pt x="34195" y="54007"/>
                  </a:lnTo>
                  <a:lnTo>
                    <a:pt x="34195" y="23527"/>
                  </a:lnTo>
                  <a:lnTo>
                    <a:pt x="34004" y="23527"/>
                  </a:lnTo>
                  <a:lnTo>
                    <a:pt x="13526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3" name="Полилиния: фигура 142"/>
            <p:cNvSpPr/>
            <p:nvPr/>
          </p:nvSpPr>
          <p:spPr bwMode="auto">
            <a:xfrm>
              <a:off x="11447056" y="1449416"/>
              <a:ext cx="47625" cy="76200"/>
            </a:xfrm>
            <a:custGeom>
              <a:avLst/>
              <a:gdLst>
                <a:gd name="connsiteX0" fmla="*/ 0 w 47625"/>
                <a:gd name="connsiteY0" fmla="*/ 24289 h 76200"/>
                <a:gd name="connsiteX1" fmla="*/ 15621 w 47625"/>
                <a:gd name="connsiteY1" fmla="*/ 24289 h 76200"/>
                <a:gd name="connsiteX2" fmla="*/ 15621 w 47625"/>
                <a:gd name="connsiteY2" fmla="*/ 54769 h 76200"/>
                <a:gd name="connsiteX3" fmla="*/ 15811 w 47625"/>
                <a:gd name="connsiteY3" fmla="*/ 54769 h 76200"/>
                <a:gd name="connsiteX4" fmla="*/ 36385 w 47625"/>
                <a:gd name="connsiteY4" fmla="*/ 24289 h 76200"/>
                <a:gd name="connsiteX5" fmla="*/ 49816 w 47625"/>
                <a:gd name="connsiteY5" fmla="*/ 24289 h 76200"/>
                <a:gd name="connsiteX6" fmla="*/ 49816 w 47625"/>
                <a:gd name="connsiteY6" fmla="*/ 78296 h 76200"/>
                <a:gd name="connsiteX7" fmla="*/ 34195 w 47625"/>
                <a:gd name="connsiteY7" fmla="*/ 78296 h 76200"/>
                <a:gd name="connsiteX8" fmla="*/ 34195 w 47625"/>
                <a:gd name="connsiteY8" fmla="*/ 47816 h 76200"/>
                <a:gd name="connsiteX9" fmla="*/ 34004 w 47625"/>
                <a:gd name="connsiteY9" fmla="*/ 47816 h 76200"/>
                <a:gd name="connsiteX10" fmla="*/ 13525 w 47625"/>
                <a:gd name="connsiteY10" fmla="*/ 78296 h 76200"/>
                <a:gd name="connsiteX11" fmla="*/ 0 w 47625"/>
                <a:gd name="connsiteY11" fmla="*/ 78296 h 76200"/>
                <a:gd name="connsiteX12" fmla="*/ 0 w 47625"/>
                <a:gd name="connsiteY12" fmla="*/ 24289 h 76200"/>
                <a:gd name="connsiteX13" fmla="*/ 6477 w 47625"/>
                <a:gd name="connsiteY13" fmla="*/ 8001 h 76200"/>
                <a:gd name="connsiteX14" fmla="*/ 14573 w 47625"/>
                <a:gd name="connsiteY14" fmla="*/ 0 h 76200"/>
                <a:gd name="connsiteX15" fmla="*/ 24098 w 47625"/>
                <a:gd name="connsiteY15" fmla="*/ 6858 h 76200"/>
                <a:gd name="connsiteX16" fmla="*/ 34385 w 47625"/>
                <a:gd name="connsiteY16" fmla="*/ 0 h 76200"/>
                <a:gd name="connsiteX17" fmla="*/ 42100 w 47625"/>
                <a:gd name="connsiteY17" fmla="*/ 8001 h 76200"/>
                <a:gd name="connsiteX18" fmla="*/ 24479 w 47625"/>
                <a:gd name="connsiteY18" fmla="*/ 18669 h 76200"/>
                <a:gd name="connsiteX19" fmla="*/ 6477 w 47625"/>
                <a:gd name="connsiteY19" fmla="*/ 800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625" h="76200" extrusionOk="0">
                  <a:moveTo>
                    <a:pt x="0" y="24289"/>
                  </a:moveTo>
                  <a:lnTo>
                    <a:pt x="15621" y="24289"/>
                  </a:lnTo>
                  <a:lnTo>
                    <a:pt x="15621" y="54769"/>
                  </a:lnTo>
                  <a:lnTo>
                    <a:pt x="15811" y="54769"/>
                  </a:lnTo>
                  <a:lnTo>
                    <a:pt x="36385" y="24289"/>
                  </a:lnTo>
                  <a:lnTo>
                    <a:pt x="49816" y="24289"/>
                  </a:lnTo>
                  <a:lnTo>
                    <a:pt x="49816" y="78296"/>
                  </a:lnTo>
                  <a:lnTo>
                    <a:pt x="34195" y="78296"/>
                  </a:lnTo>
                  <a:lnTo>
                    <a:pt x="34195" y="47816"/>
                  </a:lnTo>
                  <a:lnTo>
                    <a:pt x="34004" y="47816"/>
                  </a:lnTo>
                  <a:lnTo>
                    <a:pt x="13525" y="78296"/>
                  </a:lnTo>
                  <a:lnTo>
                    <a:pt x="0" y="78296"/>
                  </a:lnTo>
                  <a:lnTo>
                    <a:pt x="0" y="24289"/>
                  </a:lnTo>
                  <a:close/>
                  <a:moveTo>
                    <a:pt x="6477" y="8001"/>
                  </a:moveTo>
                  <a:lnTo>
                    <a:pt x="14573" y="0"/>
                  </a:lnTo>
                  <a:cubicBezTo>
                    <a:pt x="16097" y="2857"/>
                    <a:pt x="19050" y="6858"/>
                    <a:pt x="24098" y="6858"/>
                  </a:cubicBezTo>
                  <a:cubicBezTo>
                    <a:pt x="30480" y="6858"/>
                    <a:pt x="32766" y="2953"/>
                    <a:pt x="34385" y="0"/>
                  </a:cubicBezTo>
                  <a:lnTo>
                    <a:pt x="42100" y="8001"/>
                  </a:lnTo>
                  <a:cubicBezTo>
                    <a:pt x="40100" y="12192"/>
                    <a:pt x="34099" y="18669"/>
                    <a:pt x="24479" y="18669"/>
                  </a:cubicBezTo>
                  <a:cubicBezTo>
                    <a:pt x="14954" y="18669"/>
                    <a:pt x="8953" y="12097"/>
                    <a:pt x="6477" y="80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4" name="Полилиния: фигура 143"/>
            <p:cNvSpPr/>
            <p:nvPr/>
          </p:nvSpPr>
          <p:spPr bwMode="auto">
            <a:xfrm>
              <a:off x="10861745" y="1588004"/>
              <a:ext cx="38100" cy="47625"/>
            </a:xfrm>
            <a:custGeom>
              <a:avLst/>
              <a:gdLst>
                <a:gd name="connsiteX0" fmla="*/ 95 w 38100"/>
                <a:gd name="connsiteY0" fmla="*/ 0 h 47625"/>
                <a:gd name="connsiteX1" fmla="*/ 47054 w 38100"/>
                <a:gd name="connsiteY1" fmla="*/ 0 h 47625"/>
                <a:gd name="connsiteX2" fmla="*/ 47054 w 38100"/>
                <a:gd name="connsiteY2" fmla="*/ 54007 h 47625"/>
                <a:gd name="connsiteX3" fmla="*/ 31433 w 38100"/>
                <a:gd name="connsiteY3" fmla="*/ 54007 h 47625"/>
                <a:gd name="connsiteX4" fmla="*/ 31433 w 38100"/>
                <a:gd name="connsiteY4" fmla="*/ 13621 h 47625"/>
                <a:gd name="connsiteX5" fmla="*/ 15621 w 38100"/>
                <a:gd name="connsiteY5" fmla="*/ 13621 h 47625"/>
                <a:gd name="connsiteX6" fmla="*/ 15621 w 38100"/>
                <a:gd name="connsiteY6" fmla="*/ 54007 h 47625"/>
                <a:gd name="connsiteX7" fmla="*/ 0 w 38100"/>
                <a:gd name="connsiteY7" fmla="*/ 54007 h 47625"/>
                <a:gd name="connsiteX8" fmla="*/ 0 w 38100"/>
                <a:gd name="connsiteY8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47625" extrusionOk="0">
                  <a:moveTo>
                    <a:pt x="95" y="0"/>
                  </a:moveTo>
                  <a:lnTo>
                    <a:pt x="47054" y="0"/>
                  </a:lnTo>
                  <a:lnTo>
                    <a:pt x="47054" y="54007"/>
                  </a:lnTo>
                  <a:lnTo>
                    <a:pt x="31433" y="54007"/>
                  </a:lnTo>
                  <a:lnTo>
                    <a:pt x="31433" y="13621"/>
                  </a:lnTo>
                  <a:lnTo>
                    <a:pt x="15621" y="13621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5" name="Полилиния: фигура 144"/>
            <p:cNvSpPr/>
            <p:nvPr/>
          </p:nvSpPr>
          <p:spPr bwMode="auto">
            <a:xfrm>
              <a:off x="10919657" y="1586576"/>
              <a:ext cx="47625" cy="47625"/>
            </a:xfrm>
            <a:custGeom>
              <a:avLst/>
              <a:gdLst>
                <a:gd name="connsiteX0" fmla="*/ 0 w 47625"/>
                <a:gd name="connsiteY0" fmla="*/ 38481 h 47625"/>
                <a:gd name="connsiteX1" fmla="*/ 23813 w 47625"/>
                <a:gd name="connsiteY1" fmla="*/ 20860 h 47625"/>
                <a:gd name="connsiteX2" fmla="*/ 32861 w 47625"/>
                <a:gd name="connsiteY2" fmla="*/ 21431 h 47625"/>
                <a:gd name="connsiteX3" fmla="*/ 32861 w 47625"/>
                <a:gd name="connsiteY3" fmla="*/ 20669 h 47625"/>
                <a:gd name="connsiteX4" fmla="*/ 24194 w 47625"/>
                <a:gd name="connsiteY4" fmla="*/ 13811 h 47625"/>
                <a:gd name="connsiteX5" fmla="*/ 11621 w 47625"/>
                <a:gd name="connsiteY5" fmla="*/ 17717 h 47625"/>
                <a:gd name="connsiteX6" fmla="*/ 2477 w 47625"/>
                <a:gd name="connsiteY6" fmla="*/ 8382 h 47625"/>
                <a:gd name="connsiteX7" fmla="*/ 24956 w 47625"/>
                <a:gd name="connsiteY7" fmla="*/ 0 h 47625"/>
                <a:gd name="connsiteX8" fmla="*/ 48578 w 47625"/>
                <a:gd name="connsiteY8" fmla="*/ 20955 h 47625"/>
                <a:gd name="connsiteX9" fmla="*/ 48578 w 47625"/>
                <a:gd name="connsiteY9" fmla="*/ 55435 h 47625"/>
                <a:gd name="connsiteX10" fmla="*/ 33147 w 47625"/>
                <a:gd name="connsiteY10" fmla="*/ 55435 h 47625"/>
                <a:gd name="connsiteX11" fmla="*/ 33147 w 47625"/>
                <a:gd name="connsiteY11" fmla="*/ 50006 h 47625"/>
                <a:gd name="connsiteX12" fmla="*/ 32957 w 47625"/>
                <a:gd name="connsiteY12" fmla="*/ 50006 h 47625"/>
                <a:gd name="connsiteX13" fmla="*/ 18479 w 47625"/>
                <a:gd name="connsiteY13" fmla="*/ 56769 h 47625"/>
                <a:gd name="connsiteX14" fmla="*/ 0 w 47625"/>
                <a:gd name="connsiteY14" fmla="*/ 38481 h 47625"/>
                <a:gd name="connsiteX15" fmla="*/ 32861 w 47625"/>
                <a:gd name="connsiteY15" fmla="*/ 34766 h 47625"/>
                <a:gd name="connsiteX16" fmla="*/ 32861 w 47625"/>
                <a:gd name="connsiteY16" fmla="*/ 32956 h 47625"/>
                <a:gd name="connsiteX17" fmla="*/ 26003 w 47625"/>
                <a:gd name="connsiteY17" fmla="*/ 32194 h 47625"/>
                <a:gd name="connsiteX18" fmla="*/ 15716 w 47625"/>
                <a:gd name="connsiteY18" fmla="*/ 38386 h 47625"/>
                <a:gd name="connsiteX19" fmla="*/ 23146 w 47625"/>
                <a:gd name="connsiteY19" fmla="*/ 44482 h 47625"/>
                <a:gd name="connsiteX20" fmla="*/ 32861 w 47625"/>
                <a:gd name="connsiteY20" fmla="*/ 3476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extrusionOk="0">
                  <a:moveTo>
                    <a:pt x="0" y="38481"/>
                  </a:moveTo>
                  <a:cubicBezTo>
                    <a:pt x="0" y="29908"/>
                    <a:pt x="7144" y="20860"/>
                    <a:pt x="23813" y="20860"/>
                  </a:cubicBezTo>
                  <a:cubicBezTo>
                    <a:pt x="26194" y="20860"/>
                    <a:pt x="30004" y="20955"/>
                    <a:pt x="32861" y="21431"/>
                  </a:cubicBezTo>
                  <a:lnTo>
                    <a:pt x="32861" y="20669"/>
                  </a:lnTo>
                  <a:cubicBezTo>
                    <a:pt x="32861" y="15621"/>
                    <a:pt x="28766" y="13811"/>
                    <a:pt x="24194" y="13811"/>
                  </a:cubicBezTo>
                  <a:cubicBezTo>
                    <a:pt x="20098" y="13811"/>
                    <a:pt x="15621" y="15049"/>
                    <a:pt x="11621" y="17717"/>
                  </a:cubicBezTo>
                  <a:lnTo>
                    <a:pt x="2477" y="8382"/>
                  </a:lnTo>
                  <a:cubicBezTo>
                    <a:pt x="8668" y="2572"/>
                    <a:pt x="17621" y="0"/>
                    <a:pt x="24956" y="0"/>
                  </a:cubicBezTo>
                  <a:cubicBezTo>
                    <a:pt x="39053" y="0"/>
                    <a:pt x="48578" y="8001"/>
                    <a:pt x="48578" y="20955"/>
                  </a:cubicBezTo>
                  <a:lnTo>
                    <a:pt x="48578" y="55435"/>
                  </a:lnTo>
                  <a:lnTo>
                    <a:pt x="33147" y="55435"/>
                  </a:lnTo>
                  <a:lnTo>
                    <a:pt x="33147" y="50006"/>
                  </a:lnTo>
                  <a:lnTo>
                    <a:pt x="32957" y="50006"/>
                  </a:lnTo>
                  <a:cubicBezTo>
                    <a:pt x="30194" y="54673"/>
                    <a:pt x="25146" y="56769"/>
                    <a:pt x="18479" y="56769"/>
                  </a:cubicBezTo>
                  <a:cubicBezTo>
                    <a:pt x="7811" y="56674"/>
                    <a:pt x="0" y="48863"/>
                    <a:pt x="0" y="38481"/>
                  </a:cubicBezTo>
                  <a:close/>
                  <a:moveTo>
                    <a:pt x="32861" y="34766"/>
                  </a:moveTo>
                  <a:lnTo>
                    <a:pt x="32861" y="32956"/>
                  </a:lnTo>
                  <a:cubicBezTo>
                    <a:pt x="30766" y="32576"/>
                    <a:pt x="28194" y="32194"/>
                    <a:pt x="26003" y="32194"/>
                  </a:cubicBezTo>
                  <a:cubicBezTo>
                    <a:pt x="18860" y="32194"/>
                    <a:pt x="15812" y="34766"/>
                    <a:pt x="15716" y="38386"/>
                  </a:cubicBezTo>
                  <a:cubicBezTo>
                    <a:pt x="15621" y="42005"/>
                    <a:pt x="18383" y="44577"/>
                    <a:pt x="23146" y="44482"/>
                  </a:cubicBezTo>
                  <a:cubicBezTo>
                    <a:pt x="27718" y="44387"/>
                    <a:pt x="32861" y="41624"/>
                    <a:pt x="32861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6" name="Полилиния: фигура 145"/>
            <p:cNvSpPr/>
            <p:nvPr/>
          </p:nvSpPr>
          <p:spPr bwMode="auto">
            <a:xfrm>
              <a:off x="10982331" y="1586671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3 h 66675"/>
                <a:gd name="connsiteX3" fmla="*/ 15621 w 47625"/>
                <a:gd name="connsiteY3" fmla="*/ 1333 h 66675"/>
                <a:gd name="connsiteX4" fmla="*/ 15621 w 47625"/>
                <a:gd name="connsiteY4" fmla="*/ 6667 h 66675"/>
                <a:gd name="connsiteX5" fmla="*/ 15812 w 47625"/>
                <a:gd name="connsiteY5" fmla="*/ 6667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1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3"/>
                  </a:lnTo>
                  <a:lnTo>
                    <a:pt x="15621" y="1333"/>
                  </a:lnTo>
                  <a:lnTo>
                    <a:pt x="15621" y="6667"/>
                  </a:lnTo>
                  <a:lnTo>
                    <a:pt x="15812" y="6667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0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8" y="52768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1"/>
                  </a:moveTo>
                  <a:cubicBezTo>
                    <a:pt x="34385" y="42481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5050" y="36385"/>
                    <a:pt x="20098" y="42481"/>
                    <a:pt x="27242" y="424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7" name="Полилиния: фигура 146"/>
            <p:cNvSpPr/>
            <p:nvPr/>
          </p:nvSpPr>
          <p:spPr bwMode="auto">
            <a:xfrm>
              <a:off x="11049483" y="158800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3 h 47625"/>
                <a:gd name="connsiteX3" fmla="*/ 18097 w 47625"/>
                <a:gd name="connsiteY3" fmla="*/ 20383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4007 h 47625"/>
                <a:gd name="connsiteX12" fmla="*/ 0 w 47625"/>
                <a:gd name="connsiteY12" fmla="*/ 54007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3"/>
                  </a:lnTo>
                  <a:lnTo>
                    <a:pt x="18097" y="20383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8" name="Полилиния: фигура 147"/>
            <p:cNvSpPr/>
            <p:nvPr/>
          </p:nvSpPr>
          <p:spPr bwMode="auto">
            <a:xfrm>
              <a:off x="11107585" y="158800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1 w 47625"/>
                <a:gd name="connsiteY3" fmla="*/ 30480 h 47625"/>
                <a:gd name="connsiteX4" fmla="*/ 36385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4007 h 47625"/>
                <a:gd name="connsiteX7" fmla="*/ 34195 w 47625"/>
                <a:gd name="connsiteY7" fmla="*/ 54007 h 47625"/>
                <a:gd name="connsiteX8" fmla="*/ 34195 w 47625"/>
                <a:gd name="connsiteY8" fmla="*/ 23527 h 47625"/>
                <a:gd name="connsiteX9" fmla="*/ 34004 w 47625"/>
                <a:gd name="connsiteY9" fmla="*/ 23527 h 47625"/>
                <a:gd name="connsiteX10" fmla="*/ 13525 w 47625"/>
                <a:gd name="connsiteY10" fmla="*/ 54007 h 47625"/>
                <a:gd name="connsiteX11" fmla="*/ 0 w 47625"/>
                <a:gd name="connsiteY11" fmla="*/ 54007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1" y="30480"/>
                  </a:lnTo>
                  <a:lnTo>
                    <a:pt x="36385" y="0"/>
                  </a:lnTo>
                  <a:lnTo>
                    <a:pt x="49816" y="0"/>
                  </a:lnTo>
                  <a:lnTo>
                    <a:pt x="49816" y="54007"/>
                  </a:lnTo>
                  <a:lnTo>
                    <a:pt x="34195" y="54007"/>
                  </a:lnTo>
                  <a:lnTo>
                    <a:pt x="34195" y="23527"/>
                  </a:lnTo>
                  <a:lnTo>
                    <a:pt x="34004" y="23527"/>
                  </a:lnTo>
                  <a:lnTo>
                    <a:pt x="13525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9" name="Полилиния: фигура 148"/>
            <p:cNvSpPr/>
            <p:nvPr/>
          </p:nvSpPr>
          <p:spPr bwMode="auto">
            <a:xfrm>
              <a:off x="11172545" y="158800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4007 h 47625"/>
                <a:gd name="connsiteX7" fmla="*/ 33242 w 47625"/>
                <a:gd name="connsiteY7" fmla="*/ 54007 h 47625"/>
                <a:gd name="connsiteX8" fmla="*/ 33242 w 47625"/>
                <a:gd name="connsiteY8" fmla="*/ 33623 h 47625"/>
                <a:gd name="connsiteX9" fmla="*/ 15621 w 47625"/>
                <a:gd name="connsiteY9" fmla="*/ 33623 h 47625"/>
                <a:gd name="connsiteX10" fmla="*/ 15621 w 47625"/>
                <a:gd name="connsiteY10" fmla="*/ 54007 h 47625"/>
                <a:gd name="connsiteX11" fmla="*/ 0 w 47625"/>
                <a:gd name="connsiteY11" fmla="*/ 54007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4007"/>
                  </a:lnTo>
                  <a:lnTo>
                    <a:pt x="33242" y="54007"/>
                  </a:lnTo>
                  <a:lnTo>
                    <a:pt x="33242" y="33623"/>
                  </a:lnTo>
                  <a:lnTo>
                    <a:pt x="15621" y="3362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0" name="Полилиния: фигура 149"/>
            <p:cNvSpPr/>
            <p:nvPr/>
          </p:nvSpPr>
          <p:spPr bwMode="auto">
            <a:xfrm>
              <a:off x="11236173" y="1588004"/>
              <a:ext cx="28575" cy="47625"/>
            </a:xfrm>
            <a:custGeom>
              <a:avLst/>
              <a:gdLst>
                <a:gd name="connsiteX0" fmla="*/ 95 w 28575"/>
                <a:gd name="connsiteY0" fmla="*/ 0 h 47625"/>
                <a:gd name="connsiteX1" fmla="*/ 38005 w 28575"/>
                <a:gd name="connsiteY1" fmla="*/ 0 h 47625"/>
                <a:gd name="connsiteX2" fmla="*/ 32956 w 28575"/>
                <a:gd name="connsiteY2" fmla="*/ 13526 h 47625"/>
                <a:gd name="connsiteX3" fmla="*/ 15621 w 28575"/>
                <a:gd name="connsiteY3" fmla="*/ 13526 h 47625"/>
                <a:gd name="connsiteX4" fmla="*/ 15621 w 28575"/>
                <a:gd name="connsiteY4" fmla="*/ 54007 h 47625"/>
                <a:gd name="connsiteX5" fmla="*/ 0 w 28575"/>
                <a:gd name="connsiteY5" fmla="*/ 54007 h 47625"/>
                <a:gd name="connsiteX6" fmla="*/ 0 w 28575"/>
                <a:gd name="connsiteY6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47625" extrusionOk="0">
                  <a:moveTo>
                    <a:pt x="95" y="0"/>
                  </a:moveTo>
                  <a:lnTo>
                    <a:pt x="38005" y="0"/>
                  </a:lnTo>
                  <a:lnTo>
                    <a:pt x="32956" y="13526"/>
                  </a:lnTo>
                  <a:lnTo>
                    <a:pt x="15621" y="13526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1" name="Полилиния: фигура 150"/>
            <p:cNvSpPr/>
            <p:nvPr/>
          </p:nvSpPr>
          <p:spPr bwMode="auto">
            <a:xfrm>
              <a:off x="10438740" y="1385217"/>
              <a:ext cx="323850" cy="400050"/>
            </a:xfrm>
            <a:custGeom>
              <a:avLst/>
              <a:gdLst>
                <a:gd name="connsiteX0" fmla="*/ 166021 w 323850"/>
                <a:gd name="connsiteY0" fmla="*/ 0 h 400050"/>
                <a:gd name="connsiteX1" fmla="*/ 0 w 323850"/>
                <a:gd name="connsiteY1" fmla="*/ 166116 h 400050"/>
                <a:gd name="connsiteX2" fmla="*/ 48482 w 323850"/>
                <a:gd name="connsiteY2" fmla="*/ 283369 h 400050"/>
                <a:gd name="connsiteX3" fmla="*/ 58198 w 323850"/>
                <a:gd name="connsiteY3" fmla="*/ 287369 h 400050"/>
                <a:gd name="connsiteX4" fmla="*/ 71723 w 323850"/>
                <a:gd name="connsiteY4" fmla="*/ 273844 h 400050"/>
                <a:gd name="connsiteX5" fmla="*/ 67627 w 323850"/>
                <a:gd name="connsiteY5" fmla="*/ 264033 h 400050"/>
                <a:gd name="connsiteX6" fmla="*/ 27051 w 323850"/>
                <a:gd name="connsiteY6" fmla="*/ 166021 h 400050"/>
                <a:gd name="connsiteX7" fmla="*/ 166116 w 323850"/>
                <a:gd name="connsiteY7" fmla="*/ 26956 h 400050"/>
                <a:gd name="connsiteX8" fmla="*/ 305181 w 323850"/>
                <a:gd name="connsiteY8" fmla="*/ 166021 h 400050"/>
                <a:gd name="connsiteX9" fmla="*/ 264414 w 323850"/>
                <a:gd name="connsiteY9" fmla="*/ 264319 h 400050"/>
                <a:gd name="connsiteX10" fmla="*/ 146971 w 323850"/>
                <a:gd name="connsiteY10" fmla="*/ 381762 h 400050"/>
                <a:gd name="connsiteX11" fmla="*/ 166116 w 323850"/>
                <a:gd name="connsiteY11" fmla="*/ 400907 h 400050"/>
                <a:gd name="connsiteX12" fmla="*/ 283655 w 323850"/>
                <a:gd name="connsiteY12" fmla="*/ 283369 h 400050"/>
                <a:gd name="connsiteX13" fmla="*/ 332232 w 323850"/>
                <a:gd name="connsiteY13" fmla="*/ 166021 h 400050"/>
                <a:gd name="connsiteX14" fmla="*/ 166021 w 323850"/>
                <a:gd name="connsiteY14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400050" extrusionOk="0">
                  <a:moveTo>
                    <a:pt x="166021" y="0"/>
                  </a:moveTo>
                  <a:cubicBezTo>
                    <a:pt x="74295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844"/>
                  </a:cubicBezTo>
                  <a:cubicBezTo>
                    <a:pt x="71723" y="270034"/>
                    <a:pt x="70104" y="266605"/>
                    <a:pt x="67627" y="264033"/>
                  </a:cubicBezTo>
                  <a:cubicBezTo>
                    <a:pt x="42672" y="239078"/>
                    <a:pt x="27051" y="204216"/>
                    <a:pt x="27051" y="166021"/>
                  </a:cubicBezTo>
                  <a:cubicBezTo>
                    <a:pt x="27051" y="89345"/>
                    <a:pt x="89440" y="26956"/>
                    <a:pt x="166116" y="26956"/>
                  </a:cubicBezTo>
                  <a:cubicBezTo>
                    <a:pt x="242792" y="26956"/>
                    <a:pt x="305181" y="89345"/>
                    <a:pt x="305181" y="166021"/>
                  </a:cubicBezTo>
                  <a:cubicBezTo>
                    <a:pt x="305181" y="204407"/>
                    <a:pt x="289560" y="239173"/>
                    <a:pt x="264414" y="264319"/>
                  </a:cubicBezTo>
                  <a:lnTo>
                    <a:pt x="146971" y="381762"/>
                  </a:lnTo>
                  <a:lnTo>
                    <a:pt x="166116" y="400907"/>
                  </a:lnTo>
                  <a:lnTo>
                    <a:pt x="283655" y="283369"/>
                  </a:lnTo>
                  <a:cubicBezTo>
                    <a:pt x="313658" y="253365"/>
                    <a:pt x="332232" y="211836"/>
                    <a:pt x="332232" y="166021"/>
                  </a:cubicBezTo>
                  <a:cubicBezTo>
                    <a:pt x="332042" y="74390"/>
                    <a:pt x="257746" y="0"/>
                    <a:pt x="166021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2" name="Полилиния: фигура 151"/>
            <p:cNvSpPr/>
            <p:nvPr/>
          </p:nvSpPr>
          <p:spPr bwMode="auto">
            <a:xfrm>
              <a:off x="10590949" y="1506470"/>
              <a:ext cx="47625" cy="38100"/>
            </a:xfrm>
            <a:custGeom>
              <a:avLst/>
              <a:gdLst>
                <a:gd name="connsiteX0" fmla="*/ 32385 w 47625"/>
                <a:gd name="connsiteY0" fmla="*/ 38862 h 38100"/>
                <a:gd name="connsiteX1" fmla="*/ 40576 w 47625"/>
                <a:gd name="connsiteY1" fmla="*/ 36004 h 38100"/>
                <a:gd name="connsiteX2" fmla="*/ 46196 w 47625"/>
                <a:gd name="connsiteY2" fmla="*/ 30004 h 38100"/>
                <a:gd name="connsiteX3" fmla="*/ 48292 w 47625"/>
                <a:gd name="connsiteY3" fmla="*/ 19812 h 38100"/>
                <a:gd name="connsiteX4" fmla="*/ 46196 w 47625"/>
                <a:gd name="connsiteY4" fmla="*/ 9620 h 38100"/>
                <a:gd name="connsiteX5" fmla="*/ 40576 w 47625"/>
                <a:gd name="connsiteY5" fmla="*/ 3619 h 38100"/>
                <a:gd name="connsiteX6" fmla="*/ 32385 w 47625"/>
                <a:gd name="connsiteY6" fmla="*/ 762 h 38100"/>
                <a:gd name="connsiteX7" fmla="*/ 22670 w 47625"/>
                <a:gd name="connsiteY7" fmla="*/ 0 h 38100"/>
                <a:gd name="connsiteX8" fmla="*/ 0 w 47625"/>
                <a:gd name="connsiteY8" fmla="*/ 0 h 38100"/>
                <a:gd name="connsiteX9" fmla="*/ 0 w 47625"/>
                <a:gd name="connsiteY9" fmla="*/ 39719 h 38100"/>
                <a:gd name="connsiteX10" fmla="*/ 22670 w 47625"/>
                <a:gd name="connsiteY10" fmla="*/ 39719 h 38100"/>
                <a:gd name="connsiteX11" fmla="*/ 32385 w 47625"/>
                <a:gd name="connsiteY11" fmla="*/ 38862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625" h="38100" extrusionOk="0">
                  <a:moveTo>
                    <a:pt x="32385" y="38862"/>
                  </a:moveTo>
                  <a:cubicBezTo>
                    <a:pt x="35433" y="38386"/>
                    <a:pt x="38195" y="37433"/>
                    <a:pt x="40576" y="36004"/>
                  </a:cubicBezTo>
                  <a:cubicBezTo>
                    <a:pt x="42958" y="34576"/>
                    <a:pt x="44863" y="32576"/>
                    <a:pt x="46196" y="30004"/>
                  </a:cubicBezTo>
                  <a:cubicBezTo>
                    <a:pt x="47625" y="27432"/>
                    <a:pt x="48292" y="24003"/>
                    <a:pt x="48292" y="19812"/>
                  </a:cubicBezTo>
                  <a:cubicBezTo>
                    <a:pt x="48292" y="15621"/>
                    <a:pt x="47625" y="12192"/>
                    <a:pt x="46196" y="9620"/>
                  </a:cubicBezTo>
                  <a:cubicBezTo>
                    <a:pt x="44767" y="7048"/>
                    <a:pt x="42863" y="5048"/>
                    <a:pt x="40576" y="3619"/>
                  </a:cubicBezTo>
                  <a:cubicBezTo>
                    <a:pt x="38195" y="2191"/>
                    <a:pt x="35528" y="1238"/>
                    <a:pt x="32385" y="762"/>
                  </a:cubicBezTo>
                  <a:cubicBezTo>
                    <a:pt x="29242" y="286"/>
                    <a:pt x="26099" y="0"/>
                    <a:pt x="22670" y="0"/>
                  </a:cubicBezTo>
                  <a:lnTo>
                    <a:pt x="0" y="0"/>
                  </a:lnTo>
                  <a:lnTo>
                    <a:pt x="0" y="39719"/>
                  </a:lnTo>
                  <a:lnTo>
                    <a:pt x="22670" y="39719"/>
                  </a:lnTo>
                  <a:cubicBezTo>
                    <a:pt x="26003" y="39529"/>
                    <a:pt x="29242" y="39338"/>
                    <a:pt x="32385" y="3886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3" name="Полилиния: фигура 152"/>
            <p:cNvSpPr/>
            <p:nvPr/>
          </p:nvSpPr>
          <p:spPr bwMode="auto">
            <a:xfrm>
              <a:off x="10496556" y="1441796"/>
              <a:ext cx="209550" cy="209550"/>
            </a:xfrm>
            <a:custGeom>
              <a:avLst/>
              <a:gdLst>
                <a:gd name="connsiteX0" fmla="*/ 108204 w 209550"/>
                <a:gd name="connsiteY0" fmla="*/ 216408 h 209550"/>
                <a:gd name="connsiteX1" fmla="*/ 216408 w 209550"/>
                <a:gd name="connsiteY1" fmla="*/ 108204 h 209550"/>
                <a:gd name="connsiteX2" fmla="*/ 108204 w 209550"/>
                <a:gd name="connsiteY2" fmla="*/ 0 h 209550"/>
                <a:gd name="connsiteX3" fmla="*/ 0 w 209550"/>
                <a:gd name="connsiteY3" fmla="*/ 108204 h 209550"/>
                <a:gd name="connsiteX4" fmla="*/ 108204 w 209550"/>
                <a:gd name="connsiteY4" fmla="*/ 216408 h 209550"/>
                <a:gd name="connsiteX5" fmla="*/ 65246 w 209550"/>
                <a:gd name="connsiteY5" fmla="*/ 41815 h 209550"/>
                <a:gd name="connsiteX6" fmla="*/ 125063 w 209550"/>
                <a:gd name="connsiteY6" fmla="*/ 41815 h 209550"/>
                <a:gd name="connsiteX7" fmla="*/ 146209 w 209550"/>
                <a:gd name="connsiteY7" fmla="*/ 45434 h 209550"/>
                <a:gd name="connsiteX8" fmla="*/ 160401 w 209550"/>
                <a:gd name="connsiteY8" fmla="*/ 55055 h 209550"/>
                <a:gd name="connsiteX9" fmla="*/ 168402 w 209550"/>
                <a:gd name="connsiteY9" fmla="*/ 68580 h 209550"/>
                <a:gd name="connsiteX10" fmla="*/ 170879 w 209550"/>
                <a:gd name="connsiteY10" fmla="*/ 84392 h 209550"/>
                <a:gd name="connsiteX11" fmla="*/ 168402 w 209550"/>
                <a:gd name="connsiteY11" fmla="*/ 100108 h 209550"/>
                <a:gd name="connsiteX12" fmla="*/ 160401 w 209550"/>
                <a:gd name="connsiteY12" fmla="*/ 113729 h 209550"/>
                <a:gd name="connsiteX13" fmla="*/ 146209 w 209550"/>
                <a:gd name="connsiteY13" fmla="*/ 123254 h 209550"/>
                <a:gd name="connsiteX14" fmla="*/ 125063 w 209550"/>
                <a:gd name="connsiteY14" fmla="*/ 126873 h 209550"/>
                <a:gd name="connsiteX15" fmla="*/ 94393 w 209550"/>
                <a:gd name="connsiteY15" fmla="*/ 126873 h 209550"/>
                <a:gd name="connsiteX16" fmla="*/ 94393 w 209550"/>
                <a:gd name="connsiteY16" fmla="*/ 174403 h 209550"/>
                <a:gd name="connsiteX17" fmla="*/ 65246 w 209550"/>
                <a:gd name="connsiteY17" fmla="*/ 174403 h 209550"/>
                <a:gd name="connsiteX18" fmla="*/ 65246 w 209550"/>
                <a:gd name="connsiteY18" fmla="*/ 41815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9550" h="209550" extrusionOk="0">
                  <a:moveTo>
                    <a:pt x="108204" y="216408"/>
                  </a:moveTo>
                  <a:cubicBezTo>
                    <a:pt x="168021" y="216408"/>
                    <a:pt x="216408" y="167926"/>
                    <a:pt x="216408" y="108204"/>
                  </a:cubicBezTo>
                  <a:cubicBezTo>
                    <a:pt x="216408" y="48387"/>
                    <a:pt x="167926" y="0"/>
                    <a:pt x="108204" y="0"/>
                  </a:cubicBezTo>
                  <a:cubicBezTo>
                    <a:pt x="48387" y="0"/>
                    <a:pt x="0" y="48482"/>
                    <a:pt x="0" y="108204"/>
                  </a:cubicBezTo>
                  <a:cubicBezTo>
                    <a:pt x="0" y="167926"/>
                    <a:pt x="48387" y="216408"/>
                    <a:pt x="108204" y="216408"/>
                  </a:cubicBezTo>
                  <a:close/>
                  <a:moveTo>
                    <a:pt x="65246" y="41815"/>
                  </a:moveTo>
                  <a:lnTo>
                    <a:pt x="125063" y="41815"/>
                  </a:lnTo>
                  <a:cubicBezTo>
                    <a:pt x="133350" y="41815"/>
                    <a:pt x="140399" y="43053"/>
                    <a:pt x="146209" y="45434"/>
                  </a:cubicBezTo>
                  <a:cubicBezTo>
                    <a:pt x="152019" y="47816"/>
                    <a:pt x="156782" y="51054"/>
                    <a:pt x="160401" y="55055"/>
                  </a:cubicBezTo>
                  <a:cubicBezTo>
                    <a:pt x="164021" y="59055"/>
                    <a:pt x="166688" y="63532"/>
                    <a:pt x="168402" y="68580"/>
                  </a:cubicBezTo>
                  <a:cubicBezTo>
                    <a:pt x="170117" y="73628"/>
                    <a:pt x="170879" y="78962"/>
                    <a:pt x="170879" y="84392"/>
                  </a:cubicBezTo>
                  <a:cubicBezTo>
                    <a:pt x="170879" y="89726"/>
                    <a:pt x="170021" y="94964"/>
                    <a:pt x="168402" y="100108"/>
                  </a:cubicBezTo>
                  <a:cubicBezTo>
                    <a:pt x="166783" y="105251"/>
                    <a:pt x="164021" y="109823"/>
                    <a:pt x="160401" y="113729"/>
                  </a:cubicBezTo>
                  <a:cubicBezTo>
                    <a:pt x="156782" y="117729"/>
                    <a:pt x="152019" y="120872"/>
                    <a:pt x="146209" y="123254"/>
                  </a:cubicBezTo>
                  <a:cubicBezTo>
                    <a:pt x="140399" y="125635"/>
                    <a:pt x="133350" y="126873"/>
                    <a:pt x="125063" y="126873"/>
                  </a:cubicBezTo>
                  <a:lnTo>
                    <a:pt x="94393" y="126873"/>
                  </a:lnTo>
                  <a:lnTo>
                    <a:pt x="94393" y="174403"/>
                  </a:lnTo>
                  <a:lnTo>
                    <a:pt x="65246" y="174403"/>
                  </a:lnTo>
                  <a:lnTo>
                    <a:pt x="65246" y="418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712763640" name="Такси" hidden="1"/>
          <p:cNvGrpSpPr>
            <a:grpSpLocks noChangeAspect="1"/>
          </p:cNvGrpSpPr>
          <p:nvPr userDrawn="1"/>
        </p:nvGrpSpPr>
        <p:grpSpPr bwMode="auto">
          <a:xfrm>
            <a:off x="1254294" y="6388794"/>
            <a:ext cx="559622" cy="319479"/>
            <a:chOff x="4975650" y="3912408"/>
            <a:chExt cx="700755" cy="400050"/>
          </a:xfrm>
          <a:solidFill>
            <a:srgbClr val="FFB301"/>
          </a:solidFill>
        </p:grpSpPr>
        <p:sp>
          <p:nvSpPr>
            <p:cNvPr id="260" name="Полилиния: фигура 259"/>
            <p:cNvSpPr/>
            <p:nvPr/>
          </p:nvSpPr>
          <p:spPr bwMode="auto">
            <a:xfrm>
              <a:off x="5394941" y="4045950"/>
              <a:ext cx="57150" cy="66675"/>
            </a:xfrm>
            <a:custGeom>
              <a:avLst/>
              <a:gdLst>
                <a:gd name="connsiteX0" fmla="*/ 23146 w 57150"/>
                <a:gd name="connsiteY0" fmla="*/ 14288 h 66675"/>
                <a:gd name="connsiteX1" fmla="*/ 0 w 57150"/>
                <a:gd name="connsiteY1" fmla="*/ 14288 h 66675"/>
                <a:gd name="connsiteX2" fmla="*/ 0 w 57150"/>
                <a:gd name="connsiteY2" fmla="*/ 0 h 66675"/>
                <a:gd name="connsiteX3" fmla="*/ 66294 w 57150"/>
                <a:gd name="connsiteY3" fmla="*/ 0 h 66675"/>
                <a:gd name="connsiteX4" fmla="*/ 61150 w 57150"/>
                <a:gd name="connsiteY4" fmla="*/ 14288 h 66675"/>
                <a:gd name="connsiteX5" fmla="*/ 39719 w 57150"/>
                <a:gd name="connsiteY5" fmla="*/ 14288 h 66675"/>
                <a:gd name="connsiteX6" fmla="*/ 39719 w 57150"/>
                <a:gd name="connsiteY6" fmla="*/ 74771 h 66675"/>
                <a:gd name="connsiteX7" fmla="*/ 23146 w 57150"/>
                <a:gd name="connsiteY7" fmla="*/ 74771 h 66675"/>
                <a:gd name="connsiteX8" fmla="*/ 23146 w 57150"/>
                <a:gd name="connsiteY8" fmla="*/ 1428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66675" extrusionOk="0">
                  <a:moveTo>
                    <a:pt x="23146" y="14288"/>
                  </a:moveTo>
                  <a:lnTo>
                    <a:pt x="0" y="14288"/>
                  </a:lnTo>
                  <a:lnTo>
                    <a:pt x="0" y="0"/>
                  </a:lnTo>
                  <a:lnTo>
                    <a:pt x="66294" y="0"/>
                  </a:lnTo>
                  <a:lnTo>
                    <a:pt x="61150" y="14288"/>
                  </a:lnTo>
                  <a:lnTo>
                    <a:pt x="39719" y="14288"/>
                  </a:lnTo>
                  <a:lnTo>
                    <a:pt x="39719" y="74771"/>
                  </a:lnTo>
                  <a:lnTo>
                    <a:pt x="23146" y="74771"/>
                  </a:lnTo>
                  <a:lnTo>
                    <a:pt x="23146" y="1428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1" name="Полилиния: фигура 260"/>
            <p:cNvSpPr/>
            <p:nvPr/>
          </p:nvSpPr>
          <p:spPr bwMode="auto">
            <a:xfrm>
              <a:off x="5454852" y="4065380"/>
              <a:ext cx="47625" cy="47625"/>
            </a:xfrm>
            <a:custGeom>
              <a:avLst/>
              <a:gdLst>
                <a:gd name="connsiteX0" fmla="*/ 0 w 47625"/>
                <a:gd name="connsiteY0" fmla="*/ 38386 h 47625"/>
                <a:gd name="connsiteX1" fmla="*/ 23813 w 47625"/>
                <a:gd name="connsiteY1" fmla="*/ 20765 h 47625"/>
                <a:gd name="connsiteX2" fmla="*/ 32861 w 47625"/>
                <a:gd name="connsiteY2" fmla="*/ 21336 h 47625"/>
                <a:gd name="connsiteX3" fmla="*/ 32861 w 47625"/>
                <a:gd name="connsiteY3" fmla="*/ 20574 h 47625"/>
                <a:gd name="connsiteX4" fmla="*/ 24194 w 47625"/>
                <a:gd name="connsiteY4" fmla="*/ 13716 h 47625"/>
                <a:gd name="connsiteX5" fmla="*/ 11621 w 47625"/>
                <a:gd name="connsiteY5" fmla="*/ 17717 h 47625"/>
                <a:gd name="connsiteX6" fmla="*/ 2477 w 47625"/>
                <a:gd name="connsiteY6" fmla="*/ 8382 h 47625"/>
                <a:gd name="connsiteX7" fmla="*/ 24956 w 47625"/>
                <a:gd name="connsiteY7" fmla="*/ 0 h 47625"/>
                <a:gd name="connsiteX8" fmla="*/ 48578 w 47625"/>
                <a:gd name="connsiteY8" fmla="*/ 20955 h 47625"/>
                <a:gd name="connsiteX9" fmla="*/ 48578 w 47625"/>
                <a:gd name="connsiteY9" fmla="*/ 55245 h 47625"/>
                <a:gd name="connsiteX10" fmla="*/ 33147 w 47625"/>
                <a:gd name="connsiteY10" fmla="*/ 55245 h 47625"/>
                <a:gd name="connsiteX11" fmla="*/ 33147 w 47625"/>
                <a:gd name="connsiteY11" fmla="*/ 49816 h 47625"/>
                <a:gd name="connsiteX12" fmla="*/ 32957 w 47625"/>
                <a:gd name="connsiteY12" fmla="*/ 49816 h 47625"/>
                <a:gd name="connsiteX13" fmla="*/ 18383 w 47625"/>
                <a:gd name="connsiteY13" fmla="*/ 56579 h 47625"/>
                <a:gd name="connsiteX14" fmla="*/ 0 w 47625"/>
                <a:gd name="connsiteY14" fmla="*/ 38386 h 47625"/>
                <a:gd name="connsiteX15" fmla="*/ 32957 w 47625"/>
                <a:gd name="connsiteY15" fmla="*/ 34671 h 47625"/>
                <a:gd name="connsiteX16" fmla="*/ 32957 w 47625"/>
                <a:gd name="connsiteY16" fmla="*/ 32861 h 47625"/>
                <a:gd name="connsiteX17" fmla="*/ 26099 w 47625"/>
                <a:gd name="connsiteY17" fmla="*/ 32099 h 47625"/>
                <a:gd name="connsiteX18" fmla="*/ 15812 w 47625"/>
                <a:gd name="connsiteY18" fmla="*/ 38291 h 47625"/>
                <a:gd name="connsiteX19" fmla="*/ 23241 w 47625"/>
                <a:gd name="connsiteY19" fmla="*/ 44387 h 47625"/>
                <a:gd name="connsiteX20" fmla="*/ 32957 w 47625"/>
                <a:gd name="connsiteY20" fmla="*/ 3467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extrusionOk="0">
                  <a:moveTo>
                    <a:pt x="0" y="38386"/>
                  </a:moveTo>
                  <a:cubicBezTo>
                    <a:pt x="0" y="29813"/>
                    <a:pt x="7144" y="20765"/>
                    <a:pt x="23813" y="20765"/>
                  </a:cubicBezTo>
                  <a:cubicBezTo>
                    <a:pt x="26194" y="20765"/>
                    <a:pt x="30004" y="20860"/>
                    <a:pt x="32861" y="21336"/>
                  </a:cubicBezTo>
                  <a:lnTo>
                    <a:pt x="32861" y="20574"/>
                  </a:lnTo>
                  <a:cubicBezTo>
                    <a:pt x="32861" y="15526"/>
                    <a:pt x="28766" y="13716"/>
                    <a:pt x="24194" y="13716"/>
                  </a:cubicBezTo>
                  <a:cubicBezTo>
                    <a:pt x="20098" y="13716"/>
                    <a:pt x="15621" y="14954"/>
                    <a:pt x="11621" y="17717"/>
                  </a:cubicBezTo>
                  <a:lnTo>
                    <a:pt x="2477" y="8382"/>
                  </a:lnTo>
                  <a:cubicBezTo>
                    <a:pt x="8668" y="2572"/>
                    <a:pt x="17621" y="0"/>
                    <a:pt x="24956" y="0"/>
                  </a:cubicBezTo>
                  <a:cubicBezTo>
                    <a:pt x="39053" y="0"/>
                    <a:pt x="48578" y="8001"/>
                    <a:pt x="48578" y="20955"/>
                  </a:cubicBezTo>
                  <a:lnTo>
                    <a:pt x="48578" y="55245"/>
                  </a:lnTo>
                  <a:lnTo>
                    <a:pt x="33147" y="55245"/>
                  </a:lnTo>
                  <a:lnTo>
                    <a:pt x="33147" y="49816"/>
                  </a:lnTo>
                  <a:lnTo>
                    <a:pt x="32957" y="49816"/>
                  </a:lnTo>
                  <a:cubicBezTo>
                    <a:pt x="30194" y="54483"/>
                    <a:pt x="25146" y="56579"/>
                    <a:pt x="18383" y="56579"/>
                  </a:cubicBezTo>
                  <a:cubicBezTo>
                    <a:pt x="7811" y="56579"/>
                    <a:pt x="0" y="48768"/>
                    <a:pt x="0" y="38386"/>
                  </a:cubicBezTo>
                  <a:close/>
                  <a:moveTo>
                    <a:pt x="32957" y="34671"/>
                  </a:moveTo>
                  <a:lnTo>
                    <a:pt x="32957" y="32861"/>
                  </a:lnTo>
                  <a:cubicBezTo>
                    <a:pt x="30861" y="32480"/>
                    <a:pt x="28289" y="32099"/>
                    <a:pt x="26099" y="32099"/>
                  </a:cubicBezTo>
                  <a:cubicBezTo>
                    <a:pt x="18955" y="32099"/>
                    <a:pt x="15907" y="34671"/>
                    <a:pt x="15812" y="38291"/>
                  </a:cubicBezTo>
                  <a:cubicBezTo>
                    <a:pt x="15716" y="41910"/>
                    <a:pt x="18479" y="44482"/>
                    <a:pt x="23241" y="44387"/>
                  </a:cubicBezTo>
                  <a:cubicBezTo>
                    <a:pt x="27813" y="44291"/>
                    <a:pt x="32957" y="41529"/>
                    <a:pt x="32957" y="346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2" name="Полилиния: фигура 261"/>
            <p:cNvSpPr/>
            <p:nvPr/>
          </p:nvSpPr>
          <p:spPr bwMode="auto">
            <a:xfrm>
              <a:off x="5517527" y="406671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3 h 47625"/>
                <a:gd name="connsiteX3" fmla="*/ 18098 w 47625"/>
                <a:gd name="connsiteY3" fmla="*/ 20383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6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3"/>
                  </a:lnTo>
                  <a:lnTo>
                    <a:pt x="18098" y="20383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6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3" name="Полилиния: фигура 262"/>
            <p:cNvSpPr/>
            <p:nvPr/>
          </p:nvSpPr>
          <p:spPr bwMode="auto">
            <a:xfrm>
              <a:off x="5572106" y="406547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7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7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4" name="Полилиния: фигура 263"/>
            <p:cNvSpPr/>
            <p:nvPr/>
          </p:nvSpPr>
          <p:spPr bwMode="auto">
            <a:xfrm>
              <a:off x="5628780" y="406671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481 w 47625"/>
                <a:gd name="connsiteY4" fmla="*/ 0 h 47625"/>
                <a:gd name="connsiteX5" fmla="*/ 49911 w 47625"/>
                <a:gd name="connsiteY5" fmla="*/ 0 h 47625"/>
                <a:gd name="connsiteX6" fmla="*/ 49911 w 47625"/>
                <a:gd name="connsiteY6" fmla="*/ 53912 h 47625"/>
                <a:gd name="connsiteX7" fmla="*/ 34290 w 47625"/>
                <a:gd name="connsiteY7" fmla="*/ 53912 h 47625"/>
                <a:gd name="connsiteX8" fmla="*/ 34290 w 47625"/>
                <a:gd name="connsiteY8" fmla="*/ 23431 h 47625"/>
                <a:gd name="connsiteX9" fmla="*/ 34100 w 47625"/>
                <a:gd name="connsiteY9" fmla="*/ 23431 h 47625"/>
                <a:gd name="connsiteX10" fmla="*/ 13621 w 47625"/>
                <a:gd name="connsiteY10" fmla="*/ 53912 h 47625"/>
                <a:gd name="connsiteX11" fmla="*/ 95 w 47625"/>
                <a:gd name="connsiteY11" fmla="*/ 53912 h 47625"/>
                <a:gd name="connsiteX12" fmla="*/ 95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481" y="0"/>
                  </a:lnTo>
                  <a:lnTo>
                    <a:pt x="49911" y="0"/>
                  </a:lnTo>
                  <a:lnTo>
                    <a:pt x="49911" y="53912"/>
                  </a:lnTo>
                  <a:lnTo>
                    <a:pt x="34290" y="53912"/>
                  </a:lnTo>
                  <a:lnTo>
                    <a:pt x="34290" y="23431"/>
                  </a:lnTo>
                  <a:lnTo>
                    <a:pt x="34100" y="23431"/>
                  </a:lnTo>
                  <a:lnTo>
                    <a:pt x="13621" y="53912"/>
                  </a:lnTo>
                  <a:lnTo>
                    <a:pt x="95" y="53912"/>
                  </a:lnTo>
                  <a:lnTo>
                    <a:pt x="9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5" name="Полилиния: фигура 264"/>
            <p:cNvSpPr/>
            <p:nvPr/>
          </p:nvSpPr>
          <p:spPr bwMode="auto">
            <a:xfrm>
              <a:off x="4975650" y="3912408"/>
              <a:ext cx="323850" cy="400050"/>
            </a:xfrm>
            <a:custGeom>
              <a:avLst/>
              <a:gdLst>
                <a:gd name="connsiteX0" fmla="*/ 0 w 323850"/>
                <a:gd name="connsiteY0" fmla="*/ 166116 h 400050"/>
                <a:gd name="connsiteX1" fmla="*/ 48482 w 323850"/>
                <a:gd name="connsiteY1" fmla="*/ 283369 h 400050"/>
                <a:gd name="connsiteX2" fmla="*/ 58198 w 323850"/>
                <a:gd name="connsiteY2" fmla="*/ 287369 h 400050"/>
                <a:gd name="connsiteX3" fmla="*/ 71723 w 323850"/>
                <a:gd name="connsiteY3" fmla="*/ 273844 h 400050"/>
                <a:gd name="connsiteX4" fmla="*/ 67628 w 323850"/>
                <a:gd name="connsiteY4" fmla="*/ 264033 h 400050"/>
                <a:gd name="connsiteX5" fmla="*/ 27051 w 323850"/>
                <a:gd name="connsiteY5" fmla="*/ 166021 h 400050"/>
                <a:gd name="connsiteX6" fmla="*/ 166116 w 323850"/>
                <a:gd name="connsiteY6" fmla="*/ 26956 h 400050"/>
                <a:gd name="connsiteX7" fmla="*/ 305181 w 323850"/>
                <a:gd name="connsiteY7" fmla="*/ 166021 h 400050"/>
                <a:gd name="connsiteX8" fmla="*/ 264414 w 323850"/>
                <a:gd name="connsiteY8" fmla="*/ 264319 h 400050"/>
                <a:gd name="connsiteX9" fmla="*/ 146971 w 323850"/>
                <a:gd name="connsiteY9" fmla="*/ 381762 h 400050"/>
                <a:gd name="connsiteX10" fmla="*/ 166116 w 323850"/>
                <a:gd name="connsiteY10" fmla="*/ 400907 h 400050"/>
                <a:gd name="connsiteX11" fmla="*/ 283655 w 323850"/>
                <a:gd name="connsiteY11" fmla="*/ 283369 h 400050"/>
                <a:gd name="connsiteX12" fmla="*/ 332232 w 323850"/>
                <a:gd name="connsiteY12" fmla="*/ 166021 h 400050"/>
                <a:gd name="connsiteX13" fmla="*/ 166116 w 323850"/>
                <a:gd name="connsiteY13" fmla="*/ 0 h 400050"/>
                <a:gd name="connsiteX14" fmla="*/ 0 w 323850"/>
                <a:gd name="connsiteY14" fmla="*/ 16611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400050" extrusionOk="0">
                  <a:moveTo>
                    <a:pt x="0" y="166116"/>
                  </a:move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844"/>
                  </a:cubicBezTo>
                  <a:cubicBezTo>
                    <a:pt x="71723" y="270034"/>
                    <a:pt x="70104" y="266605"/>
                    <a:pt x="67628" y="264033"/>
                  </a:cubicBezTo>
                  <a:cubicBezTo>
                    <a:pt x="42672" y="239078"/>
                    <a:pt x="27051" y="204216"/>
                    <a:pt x="27051" y="166021"/>
                  </a:cubicBezTo>
                  <a:cubicBezTo>
                    <a:pt x="27051" y="89345"/>
                    <a:pt x="89440" y="26956"/>
                    <a:pt x="166116" y="26956"/>
                  </a:cubicBezTo>
                  <a:cubicBezTo>
                    <a:pt x="242792" y="26956"/>
                    <a:pt x="305181" y="89345"/>
                    <a:pt x="305181" y="166021"/>
                  </a:cubicBezTo>
                  <a:cubicBezTo>
                    <a:pt x="305181" y="204406"/>
                    <a:pt x="289560" y="239173"/>
                    <a:pt x="264414" y="264319"/>
                  </a:cubicBezTo>
                  <a:lnTo>
                    <a:pt x="146971" y="381762"/>
                  </a:lnTo>
                  <a:lnTo>
                    <a:pt x="166116" y="400907"/>
                  </a:lnTo>
                  <a:lnTo>
                    <a:pt x="283655" y="283369"/>
                  </a:lnTo>
                  <a:cubicBezTo>
                    <a:pt x="313658" y="253365"/>
                    <a:pt x="332232" y="211836"/>
                    <a:pt x="332232" y="166021"/>
                  </a:cubicBezTo>
                  <a:cubicBezTo>
                    <a:pt x="332137" y="74390"/>
                    <a:pt x="257842" y="0"/>
                    <a:pt x="166116" y="0"/>
                  </a:cubicBezTo>
                  <a:cubicBezTo>
                    <a:pt x="74390" y="0"/>
                    <a:pt x="0" y="74390"/>
                    <a:pt x="0" y="1661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6" name="Полилиния: фигура 265"/>
            <p:cNvSpPr/>
            <p:nvPr/>
          </p:nvSpPr>
          <p:spPr bwMode="auto">
            <a:xfrm>
              <a:off x="5088712" y="3993372"/>
              <a:ext cx="104775" cy="104775"/>
            </a:xfrm>
            <a:custGeom>
              <a:avLst/>
              <a:gdLst>
                <a:gd name="connsiteX0" fmla="*/ 73152 w 104775"/>
                <a:gd name="connsiteY0" fmla="*/ 8477 h 104775"/>
                <a:gd name="connsiteX1" fmla="*/ 98393 w 104775"/>
                <a:gd name="connsiteY1" fmla="*/ 41624 h 104775"/>
                <a:gd name="connsiteX2" fmla="*/ 105727 w 104775"/>
                <a:gd name="connsiteY2" fmla="*/ 41529 h 104775"/>
                <a:gd name="connsiteX3" fmla="*/ 103060 w 104775"/>
                <a:gd name="connsiteY3" fmla="*/ 0 h 104775"/>
                <a:gd name="connsiteX4" fmla="*/ 52864 w 104775"/>
                <a:gd name="connsiteY4" fmla="*/ 0 h 104775"/>
                <a:gd name="connsiteX5" fmla="*/ 2667 w 104775"/>
                <a:gd name="connsiteY5" fmla="*/ 0 h 104775"/>
                <a:gd name="connsiteX6" fmla="*/ 0 w 104775"/>
                <a:gd name="connsiteY6" fmla="*/ 41529 h 104775"/>
                <a:gd name="connsiteX7" fmla="*/ 7334 w 104775"/>
                <a:gd name="connsiteY7" fmla="*/ 41624 h 104775"/>
                <a:gd name="connsiteX8" fmla="*/ 32575 w 104775"/>
                <a:gd name="connsiteY8" fmla="*/ 8477 h 104775"/>
                <a:gd name="connsiteX9" fmla="*/ 38576 w 104775"/>
                <a:gd name="connsiteY9" fmla="*/ 12668 h 104775"/>
                <a:gd name="connsiteX10" fmla="*/ 38576 w 104775"/>
                <a:gd name="connsiteY10" fmla="*/ 96679 h 104775"/>
                <a:gd name="connsiteX11" fmla="*/ 34480 w 104775"/>
                <a:gd name="connsiteY11" fmla="*/ 103442 h 104775"/>
                <a:gd name="connsiteX12" fmla="*/ 22288 w 104775"/>
                <a:gd name="connsiteY12" fmla="*/ 103442 h 104775"/>
                <a:gd name="connsiteX13" fmla="*/ 22288 w 104775"/>
                <a:gd name="connsiteY13" fmla="*/ 112967 h 104775"/>
                <a:gd name="connsiteX14" fmla="*/ 52959 w 104775"/>
                <a:gd name="connsiteY14" fmla="*/ 112967 h 104775"/>
                <a:gd name="connsiteX15" fmla="*/ 83629 w 104775"/>
                <a:gd name="connsiteY15" fmla="*/ 112967 h 104775"/>
                <a:gd name="connsiteX16" fmla="*/ 83629 w 104775"/>
                <a:gd name="connsiteY16" fmla="*/ 103442 h 104775"/>
                <a:gd name="connsiteX17" fmla="*/ 71438 w 104775"/>
                <a:gd name="connsiteY17" fmla="*/ 103442 h 104775"/>
                <a:gd name="connsiteX18" fmla="*/ 67342 w 104775"/>
                <a:gd name="connsiteY18" fmla="*/ 96679 h 104775"/>
                <a:gd name="connsiteX19" fmla="*/ 67342 w 104775"/>
                <a:gd name="connsiteY19" fmla="*/ 12668 h 104775"/>
                <a:gd name="connsiteX20" fmla="*/ 73152 w 104775"/>
                <a:gd name="connsiteY20" fmla="*/ 8477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4775" h="104775" extrusionOk="0">
                  <a:moveTo>
                    <a:pt x="73152" y="8477"/>
                  </a:moveTo>
                  <a:cubicBezTo>
                    <a:pt x="78581" y="8477"/>
                    <a:pt x="98393" y="17240"/>
                    <a:pt x="98393" y="41624"/>
                  </a:cubicBezTo>
                  <a:lnTo>
                    <a:pt x="105727" y="41529"/>
                  </a:lnTo>
                  <a:lnTo>
                    <a:pt x="103060" y="0"/>
                  </a:lnTo>
                  <a:lnTo>
                    <a:pt x="52864" y="0"/>
                  </a:lnTo>
                  <a:lnTo>
                    <a:pt x="2667" y="0"/>
                  </a:lnTo>
                  <a:lnTo>
                    <a:pt x="0" y="41529"/>
                  </a:lnTo>
                  <a:lnTo>
                    <a:pt x="7334" y="41624"/>
                  </a:lnTo>
                  <a:cubicBezTo>
                    <a:pt x="7334" y="17240"/>
                    <a:pt x="27146" y="8477"/>
                    <a:pt x="32575" y="8477"/>
                  </a:cubicBezTo>
                  <a:cubicBezTo>
                    <a:pt x="38005" y="8477"/>
                    <a:pt x="38576" y="12668"/>
                    <a:pt x="38576" y="12668"/>
                  </a:cubicBezTo>
                  <a:lnTo>
                    <a:pt x="38576" y="96679"/>
                  </a:lnTo>
                  <a:cubicBezTo>
                    <a:pt x="38576" y="103823"/>
                    <a:pt x="34480" y="103442"/>
                    <a:pt x="34480" y="103442"/>
                  </a:cubicBezTo>
                  <a:lnTo>
                    <a:pt x="22288" y="103442"/>
                  </a:lnTo>
                  <a:lnTo>
                    <a:pt x="22288" y="112967"/>
                  </a:lnTo>
                  <a:lnTo>
                    <a:pt x="52959" y="112967"/>
                  </a:lnTo>
                  <a:lnTo>
                    <a:pt x="83629" y="112967"/>
                  </a:lnTo>
                  <a:lnTo>
                    <a:pt x="83629" y="103442"/>
                  </a:lnTo>
                  <a:lnTo>
                    <a:pt x="71438" y="103442"/>
                  </a:lnTo>
                  <a:cubicBezTo>
                    <a:pt x="71438" y="103442"/>
                    <a:pt x="67342" y="103823"/>
                    <a:pt x="67342" y="96679"/>
                  </a:cubicBezTo>
                  <a:lnTo>
                    <a:pt x="67342" y="12668"/>
                  </a:lnTo>
                  <a:cubicBezTo>
                    <a:pt x="67151" y="12668"/>
                    <a:pt x="67723" y="8477"/>
                    <a:pt x="73152" y="847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7" name="Полилиния: фигура 266"/>
            <p:cNvSpPr/>
            <p:nvPr/>
          </p:nvSpPr>
          <p:spPr bwMode="auto">
            <a:xfrm>
              <a:off x="5085759" y="4125197"/>
              <a:ext cx="104775" cy="38100"/>
            </a:xfrm>
            <a:custGeom>
              <a:avLst/>
              <a:gdLst>
                <a:gd name="connsiteX0" fmla="*/ 44577 w 104775"/>
                <a:gd name="connsiteY0" fmla="*/ 44577 h 38100"/>
                <a:gd name="connsiteX1" fmla="*/ 66866 w 104775"/>
                <a:gd name="connsiteY1" fmla="*/ 44577 h 38100"/>
                <a:gd name="connsiteX2" fmla="*/ 66866 w 104775"/>
                <a:gd name="connsiteY2" fmla="*/ 22289 h 38100"/>
                <a:gd name="connsiteX3" fmla="*/ 89059 w 104775"/>
                <a:gd name="connsiteY3" fmla="*/ 22289 h 38100"/>
                <a:gd name="connsiteX4" fmla="*/ 89059 w 104775"/>
                <a:gd name="connsiteY4" fmla="*/ 44577 h 38100"/>
                <a:gd name="connsiteX5" fmla="*/ 111347 w 104775"/>
                <a:gd name="connsiteY5" fmla="*/ 44577 h 38100"/>
                <a:gd name="connsiteX6" fmla="*/ 111347 w 104775"/>
                <a:gd name="connsiteY6" fmla="*/ 22289 h 38100"/>
                <a:gd name="connsiteX7" fmla="*/ 89059 w 104775"/>
                <a:gd name="connsiteY7" fmla="*/ 22289 h 38100"/>
                <a:gd name="connsiteX8" fmla="*/ 89059 w 104775"/>
                <a:gd name="connsiteY8" fmla="*/ 0 h 38100"/>
                <a:gd name="connsiteX9" fmla="*/ 66866 w 104775"/>
                <a:gd name="connsiteY9" fmla="*/ 0 h 38100"/>
                <a:gd name="connsiteX10" fmla="*/ 66866 w 104775"/>
                <a:gd name="connsiteY10" fmla="*/ 22289 h 38100"/>
                <a:gd name="connsiteX11" fmla="*/ 44577 w 104775"/>
                <a:gd name="connsiteY11" fmla="*/ 22289 h 38100"/>
                <a:gd name="connsiteX12" fmla="*/ 44577 w 104775"/>
                <a:gd name="connsiteY12" fmla="*/ 0 h 38100"/>
                <a:gd name="connsiteX13" fmla="*/ 22289 w 104775"/>
                <a:gd name="connsiteY13" fmla="*/ 0 h 38100"/>
                <a:gd name="connsiteX14" fmla="*/ 22289 w 104775"/>
                <a:gd name="connsiteY14" fmla="*/ 22289 h 38100"/>
                <a:gd name="connsiteX15" fmla="*/ 0 w 104775"/>
                <a:gd name="connsiteY15" fmla="*/ 22289 h 38100"/>
                <a:gd name="connsiteX16" fmla="*/ 0 w 104775"/>
                <a:gd name="connsiteY16" fmla="*/ 44577 h 38100"/>
                <a:gd name="connsiteX17" fmla="*/ 22289 w 104775"/>
                <a:gd name="connsiteY17" fmla="*/ 44577 h 38100"/>
                <a:gd name="connsiteX18" fmla="*/ 22289 w 104775"/>
                <a:gd name="connsiteY18" fmla="*/ 22289 h 38100"/>
                <a:gd name="connsiteX19" fmla="*/ 44577 w 104775"/>
                <a:gd name="connsiteY19" fmla="*/ 22289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4775" h="38100" extrusionOk="0">
                  <a:moveTo>
                    <a:pt x="44577" y="44577"/>
                  </a:moveTo>
                  <a:lnTo>
                    <a:pt x="66866" y="44577"/>
                  </a:lnTo>
                  <a:lnTo>
                    <a:pt x="66866" y="22289"/>
                  </a:lnTo>
                  <a:lnTo>
                    <a:pt x="89059" y="22289"/>
                  </a:lnTo>
                  <a:lnTo>
                    <a:pt x="89059" y="44577"/>
                  </a:lnTo>
                  <a:lnTo>
                    <a:pt x="111347" y="44577"/>
                  </a:lnTo>
                  <a:lnTo>
                    <a:pt x="111347" y="22289"/>
                  </a:lnTo>
                  <a:lnTo>
                    <a:pt x="89059" y="22289"/>
                  </a:lnTo>
                  <a:lnTo>
                    <a:pt x="89059" y="0"/>
                  </a:lnTo>
                  <a:lnTo>
                    <a:pt x="66866" y="0"/>
                  </a:lnTo>
                  <a:lnTo>
                    <a:pt x="66866" y="22289"/>
                  </a:lnTo>
                  <a:lnTo>
                    <a:pt x="44577" y="22289"/>
                  </a:lnTo>
                  <a:lnTo>
                    <a:pt x="44577" y="0"/>
                  </a:lnTo>
                  <a:lnTo>
                    <a:pt x="22289" y="0"/>
                  </a:lnTo>
                  <a:lnTo>
                    <a:pt x="22289" y="22289"/>
                  </a:lnTo>
                  <a:lnTo>
                    <a:pt x="0" y="22289"/>
                  </a:lnTo>
                  <a:lnTo>
                    <a:pt x="0" y="44577"/>
                  </a:lnTo>
                  <a:lnTo>
                    <a:pt x="22289" y="44577"/>
                  </a:lnTo>
                  <a:lnTo>
                    <a:pt x="22289" y="22289"/>
                  </a:lnTo>
                  <a:lnTo>
                    <a:pt x="44577" y="2228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944293768" name="ОП" hidden="1"/>
          <p:cNvGrpSpPr>
            <a:grpSpLocks noChangeAspect="1"/>
          </p:cNvGrpSpPr>
          <p:nvPr userDrawn="1"/>
        </p:nvGrpSpPr>
        <p:grpSpPr bwMode="auto">
          <a:xfrm>
            <a:off x="1254294" y="6387626"/>
            <a:ext cx="857364" cy="321812"/>
            <a:chOff x="4874482" y="4752702"/>
            <a:chExt cx="1091184" cy="409575"/>
          </a:xfrm>
          <a:solidFill>
            <a:srgbClr val="E4000D"/>
          </a:solidFill>
        </p:grpSpPr>
        <p:sp>
          <p:nvSpPr>
            <p:cNvPr id="155" name="Полилиния: фигура 154"/>
            <p:cNvSpPr/>
            <p:nvPr/>
          </p:nvSpPr>
          <p:spPr bwMode="auto">
            <a:xfrm>
              <a:off x="5287772" y="4819472"/>
              <a:ext cx="85725" cy="85725"/>
            </a:xfrm>
            <a:custGeom>
              <a:avLst/>
              <a:gdLst>
                <a:gd name="connsiteX0" fmla="*/ 7144 w 85725"/>
                <a:gd name="connsiteY0" fmla="*/ 45815 h 85725"/>
                <a:gd name="connsiteX1" fmla="*/ 44196 w 85725"/>
                <a:gd name="connsiteY1" fmla="*/ 7144 h 85725"/>
                <a:gd name="connsiteX2" fmla="*/ 81344 w 85725"/>
                <a:gd name="connsiteY2" fmla="*/ 45815 h 85725"/>
                <a:gd name="connsiteX3" fmla="*/ 44196 w 85725"/>
                <a:gd name="connsiteY3" fmla="*/ 84487 h 85725"/>
                <a:gd name="connsiteX4" fmla="*/ 7144 w 85725"/>
                <a:gd name="connsiteY4" fmla="*/ 45815 h 85725"/>
                <a:gd name="connsiteX5" fmla="*/ 64199 w 85725"/>
                <a:gd name="connsiteY5" fmla="*/ 45815 h 85725"/>
                <a:gd name="connsiteX6" fmla="*/ 44196 w 85725"/>
                <a:gd name="connsiteY6" fmla="*/ 22289 h 85725"/>
                <a:gd name="connsiteX7" fmla="*/ 24384 w 85725"/>
                <a:gd name="connsiteY7" fmla="*/ 45815 h 85725"/>
                <a:gd name="connsiteX8" fmla="*/ 44196 w 85725"/>
                <a:gd name="connsiteY8" fmla="*/ 69342 h 85725"/>
                <a:gd name="connsiteX9" fmla="*/ 64199 w 85725"/>
                <a:gd name="connsiteY9" fmla="*/ 4581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725" h="85725" extrusionOk="0">
                  <a:moveTo>
                    <a:pt x="7144" y="45815"/>
                  </a:moveTo>
                  <a:cubicBezTo>
                    <a:pt x="7144" y="23241"/>
                    <a:pt x="22955" y="7144"/>
                    <a:pt x="44196" y="7144"/>
                  </a:cubicBezTo>
                  <a:cubicBezTo>
                    <a:pt x="65627" y="7144"/>
                    <a:pt x="81344" y="23241"/>
                    <a:pt x="81344" y="45815"/>
                  </a:cubicBezTo>
                  <a:cubicBezTo>
                    <a:pt x="81344" y="68389"/>
                    <a:pt x="65627" y="84487"/>
                    <a:pt x="44196" y="84487"/>
                  </a:cubicBezTo>
                  <a:cubicBezTo>
                    <a:pt x="22955" y="84487"/>
                    <a:pt x="7144" y="68294"/>
                    <a:pt x="7144" y="45815"/>
                  </a:cubicBezTo>
                  <a:close/>
                  <a:moveTo>
                    <a:pt x="64199" y="45815"/>
                  </a:moveTo>
                  <a:cubicBezTo>
                    <a:pt x="64199" y="32480"/>
                    <a:pt x="56198" y="22289"/>
                    <a:pt x="44196" y="22289"/>
                  </a:cubicBezTo>
                  <a:cubicBezTo>
                    <a:pt x="32575" y="22289"/>
                    <a:pt x="24384" y="32480"/>
                    <a:pt x="24384" y="45815"/>
                  </a:cubicBezTo>
                  <a:cubicBezTo>
                    <a:pt x="24384" y="59150"/>
                    <a:pt x="32480" y="69342"/>
                    <a:pt x="44196" y="69342"/>
                  </a:cubicBezTo>
                  <a:cubicBezTo>
                    <a:pt x="56198" y="69247"/>
                    <a:pt x="64199" y="59150"/>
                    <a:pt x="64199" y="45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6" name="Полилиния: фигура 155"/>
            <p:cNvSpPr/>
            <p:nvPr/>
          </p:nvSpPr>
          <p:spPr bwMode="auto">
            <a:xfrm>
              <a:off x="5373688" y="4840237"/>
              <a:ext cx="66675" cy="85725"/>
            </a:xfrm>
            <a:custGeom>
              <a:avLst/>
              <a:gdLst>
                <a:gd name="connsiteX0" fmla="*/ 22765 w 66675"/>
                <a:gd name="connsiteY0" fmla="*/ 82201 h 85725"/>
                <a:gd name="connsiteX1" fmla="*/ 7144 w 66675"/>
                <a:gd name="connsiteY1" fmla="*/ 82201 h 85725"/>
                <a:gd name="connsiteX2" fmla="*/ 7144 w 66675"/>
                <a:gd name="connsiteY2" fmla="*/ 8477 h 85725"/>
                <a:gd name="connsiteX3" fmla="*/ 22765 w 66675"/>
                <a:gd name="connsiteY3" fmla="*/ 8477 h 85725"/>
                <a:gd name="connsiteX4" fmla="*/ 22765 w 66675"/>
                <a:gd name="connsiteY4" fmla="*/ 13811 h 85725"/>
                <a:gd name="connsiteX5" fmla="*/ 22955 w 66675"/>
                <a:gd name="connsiteY5" fmla="*/ 13811 h 85725"/>
                <a:gd name="connsiteX6" fmla="*/ 38100 w 66675"/>
                <a:gd name="connsiteY6" fmla="*/ 7144 h 85725"/>
                <a:gd name="connsiteX7" fmla="*/ 62770 w 66675"/>
                <a:gd name="connsiteY7" fmla="*/ 35243 h 85725"/>
                <a:gd name="connsiteX8" fmla="*/ 38100 w 66675"/>
                <a:gd name="connsiteY8" fmla="*/ 63627 h 85725"/>
                <a:gd name="connsiteX9" fmla="*/ 22955 w 66675"/>
                <a:gd name="connsiteY9" fmla="*/ 56960 h 85725"/>
                <a:gd name="connsiteX10" fmla="*/ 22765 w 66675"/>
                <a:gd name="connsiteY10" fmla="*/ 56960 h 85725"/>
                <a:gd name="connsiteX11" fmla="*/ 22765 w 66675"/>
                <a:gd name="connsiteY11" fmla="*/ 82201 h 85725"/>
                <a:gd name="connsiteX12" fmla="*/ 34385 w 66675"/>
                <a:gd name="connsiteY12" fmla="*/ 49625 h 85725"/>
                <a:gd name="connsiteX13" fmla="*/ 46577 w 66675"/>
                <a:gd name="connsiteY13" fmla="*/ 35243 h 85725"/>
                <a:gd name="connsiteX14" fmla="*/ 34385 w 66675"/>
                <a:gd name="connsiteY14" fmla="*/ 21145 h 85725"/>
                <a:gd name="connsiteX15" fmla="*/ 22098 w 66675"/>
                <a:gd name="connsiteY15" fmla="*/ 35243 h 85725"/>
                <a:gd name="connsiteX16" fmla="*/ 34385 w 66675"/>
                <a:gd name="connsiteY16" fmla="*/ 4962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85725" extrusionOk="0">
                  <a:moveTo>
                    <a:pt x="22765" y="82201"/>
                  </a:moveTo>
                  <a:lnTo>
                    <a:pt x="7144" y="82201"/>
                  </a:lnTo>
                  <a:lnTo>
                    <a:pt x="7144" y="8477"/>
                  </a:lnTo>
                  <a:lnTo>
                    <a:pt x="22765" y="8477"/>
                  </a:lnTo>
                  <a:lnTo>
                    <a:pt x="22765" y="13811"/>
                  </a:lnTo>
                  <a:lnTo>
                    <a:pt x="22955" y="13811"/>
                  </a:lnTo>
                  <a:cubicBezTo>
                    <a:pt x="25337" y="10954"/>
                    <a:pt x="29908" y="7144"/>
                    <a:pt x="38100" y="7144"/>
                  </a:cubicBezTo>
                  <a:cubicBezTo>
                    <a:pt x="52197" y="7144"/>
                    <a:pt x="62770" y="18764"/>
                    <a:pt x="62770" y="35243"/>
                  </a:cubicBezTo>
                  <a:cubicBezTo>
                    <a:pt x="62770" y="51816"/>
                    <a:pt x="52197" y="63627"/>
                    <a:pt x="38100" y="63627"/>
                  </a:cubicBezTo>
                  <a:cubicBezTo>
                    <a:pt x="29908" y="63627"/>
                    <a:pt x="25241" y="59912"/>
                    <a:pt x="22955" y="56960"/>
                  </a:cubicBezTo>
                  <a:lnTo>
                    <a:pt x="22765" y="56960"/>
                  </a:lnTo>
                  <a:lnTo>
                    <a:pt x="22765" y="82201"/>
                  </a:lnTo>
                  <a:close/>
                  <a:moveTo>
                    <a:pt x="34385" y="49625"/>
                  </a:moveTo>
                  <a:cubicBezTo>
                    <a:pt x="41529" y="49625"/>
                    <a:pt x="46577" y="43529"/>
                    <a:pt x="46577" y="35243"/>
                  </a:cubicBezTo>
                  <a:cubicBezTo>
                    <a:pt x="46577" y="27337"/>
                    <a:pt x="41529" y="21145"/>
                    <a:pt x="34385" y="21145"/>
                  </a:cubicBezTo>
                  <a:cubicBezTo>
                    <a:pt x="27242" y="21145"/>
                    <a:pt x="22098" y="27337"/>
                    <a:pt x="22098" y="35243"/>
                  </a:cubicBezTo>
                  <a:cubicBezTo>
                    <a:pt x="22098" y="43529"/>
                    <a:pt x="27242" y="49625"/>
                    <a:pt x="34385" y="49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7" name="Полилиния: фигура 156"/>
            <p:cNvSpPr/>
            <p:nvPr/>
          </p:nvSpPr>
          <p:spPr bwMode="auto">
            <a:xfrm>
              <a:off x="5440839" y="4841570"/>
              <a:ext cx="47625" cy="66675"/>
            </a:xfrm>
            <a:custGeom>
              <a:avLst/>
              <a:gdLst>
                <a:gd name="connsiteX0" fmla="*/ 7239 w 47625"/>
                <a:gd name="connsiteY0" fmla="*/ 7144 h 66675"/>
                <a:gd name="connsiteX1" fmla="*/ 45148 w 47625"/>
                <a:gd name="connsiteY1" fmla="*/ 7144 h 66675"/>
                <a:gd name="connsiteX2" fmla="*/ 40100 w 47625"/>
                <a:gd name="connsiteY2" fmla="*/ 20669 h 66675"/>
                <a:gd name="connsiteX3" fmla="*/ 22765 w 47625"/>
                <a:gd name="connsiteY3" fmla="*/ 20669 h 66675"/>
                <a:gd name="connsiteX4" fmla="*/ 22765 w 47625"/>
                <a:gd name="connsiteY4" fmla="*/ 61055 h 66675"/>
                <a:gd name="connsiteX5" fmla="*/ 7144 w 47625"/>
                <a:gd name="connsiteY5" fmla="*/ 61055 h 66675"/>
                <a:gd name="connsiteX6" fmla="*/ 7144 w 47625"/>
                <a:gd name="connsiteY6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66675" extrusionOk="0">
                  <a:moveTo>
                    <a:pt x="7239" y="7144"/>
                  </a:moveTo>
                  <a:lnTo>
                    <a:pt x="45148" y="7144"/>
                  </a:lnTo>
                  <a:lnTo>
                    <a:pt x="40100" y="20669"/>
                  </a:lnTo>
                  <a:lnTo>
                    <a:pt x="22765" y="20669"/>
                  </a:lnTo>
                  <a:lnTo>
                    <a:pt x="22765" y="61055"/>
                  </a:lnTo>
                  <a:lnTo>
                    <a:pt x="7144" y="61055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8" name="Полилиния: фигура 157"/>
            <p:cNvSpPr/>
            <p:nvPr/>
          </p:nvSpPr>
          <p:spPr bwMode="auto">
            <a:xfrm>
              <a:off x="5481415" y="4840237"/>
              <a:ext cx="57150" cy="66675"/>
            </a:xfrm>
            <a:custGeom>
              <a:avLst/>
              <a:gdLst>
                <a:gd name="connsiteX0" fmla="*/ 7144 w 57150"/>
                <a:gd name="connsiteY0" fmla="*/ 45529 h 66675"/>
                <a:gd name="connsiteX1" fmla="*/ 30956 w 57150"/>
                <a:gd name="connsiteY1" fmla="*/ 27908 h 66675"/>
                <a:gd name="connsiteX2" fmla="*/ 40005 w 57150"/>
                <a:gd name="connsiteY2" fmla="*/ 28480 h 66675"/>
                <a:gd name="connsiteX3" fmla="*/ 40005 w 57150"/>
                <a:gd name="connsiteY3" fmla="*/ 27718 h 66675"/>
                <a:gd name="connsiteX4" fmla="*/ 31337 w 57150"/>
                <a:gd name="connsiteY4" fmla="*/ 20860 h 66675"/>
                <a:gd name="connsiteX5" fmla="*/ 18764 w 57150"/>
                <a:gd name="connsiteY5" fmla="*/ 24860 h 66675"/>
                <a:gd name="connsiteX6" fmla="*/ 9620 w 57150"/>
                <a:gd name="connsiteY6" fmla="*/ 15526 h 66675"/>
                <a:gd name="connsiteX7" fmla="*/ 32099 w 57150"/>
                <a:gd name="connsiteY7" fmla="*/ 7144 h 66675"/>
                <a:gd name="connsiteX8" fmla="*/ 55721 w 57150"/>
                <a:gd name="connsiteY8" fmla="*/ 28099 h 66675"/>
                <a:gd name="connsiteX9" fmla="*/ 55721 w 57150"/>
                <a:gd name="connsiteY9" fmla="*/ 62389 h 66675"/>
                <a:gd name="connsiteX10" fmla="*/ 40291 w 57150"/>
                <a:gd name="connsiteY10" fmla="*/ 62389 h 66675"/>
                <a:gd name="connsiteX11" fmla="*/ 40291 w 57150"/>
                <a:gd name="connsiteY11" fmla="*/ 56960 h 66675"/>
                <a:gd name="connsiteX12" fmla="*/ 40100 w 57150"/>
                <a:gd name="connsiteY12" fmla="*/ 56960 h 66675"/>
                <a:gd name="connsiteX13" fmla="*/ 25527 w 57150"/>
                <a:gd name="connsiteY13" fmla="*/ 63722 h 66675"/>
                <a:gd name="connsiteX14" fmla="*/ 7144 w 57150"/>
                <a:gd name="connsiteY14" fmla="*/ 45529 h 66675"/>
                <a:gd name="connsiteX15" fmla="*/ 40005 w 57150"/>
                <a:gd name="connsiteY15" fmla="*/ 41815 h 66675"/>
                <a:gd name="connsiteX16" fmla="*/ 40005 w 57150"/>
                <a:gd name="connsiteY16" fmla="*/ 40005 h 66675"/>
                <a:gd name="connsiteX17" fmla="*/ 33147 w 57150"/>
                <a:gd name="connsiteY17" fmla="*/ 39243 h 66675"/>
                <a:gd name="connsiteX18" fmla="*/ 22860 w 57150"/>
                <a:gd name="connsiteY18" fmla="*/ 45434 h 66675"/>
                <a:gd name="connsiteX19" fmla="*/ 30385 w 57150"/>
                <a:gd name="connsiteY19" fmla="*/ 51530 h 66675"/>
                <a:gd name="connsiteX20" fmla="*/ 40005 w 57150"/>
                <a:gd name="connsiteY20" fmla="*/ 4181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66675" extrusionOk="0">
                  <a:moveTo>
                    <a:pt x="7144" y="45529"/>
                  </a:moveTo>
                  <a:cubicBezTo>
                    <a:pt x="7144" y="36957"/>
                    <a:pt x="14288" y="27908"/>
                    <a:pt x="30956" y="27908"/>
                  </a:cubicBezTo>
                  <a:cubicBezTo>
                    <a:pt x="33338" y="27908"/>
                    <a:pt x="37147" y="28003"/>
                    <a:pt x="40005" y="28480"/>
                  </a:cubicBezTo>
                  <a:lnTo>
                    <a:pt x="40005" y="27718"/>
                  </a:lnTo>
                  <a:cubicBezTo>
                    <a:pt x="40005" y="22670"/>
                    <a:pt x="35909" y="20860"/>
                    <a:pt x="31337" y="20860"/>
                  </a:cubicBezTo>
                  <a:cubicBezTo>
                    <a:pt x="27242" y="20860"/>
                    <a:pt x="22765" y="22098"/>
                    <a:pt x="18764" y="24860"/>
                  </a:cubicBezTo>
                  <a:lnTo>
                    <a:pt x="9620" y="15526"/>
                  </a:lnTo>
                  <a:cubicBezTo>
                    <a:pt x="15812" y="9715"/>
                    <a:pt x="24765" y="7144"/>
                    <a:pt x="32099" y="7144"/>
                  </a:cubicBezTo>
                  <a:cubicBezTo>
                    <a:pt x="46196" y="7144"/>
                    <a:pt x="55721" y="15145"/>
                    <a:pt x="55721" y="28099"/>
                  </a:cubicBezTo>
                  <a:lnTo>
                    <a:pt x="55721" y="62389"/>
                  </a:lnTo>
                  <a:lnTo>
                    <a:pt x="40291" y="62389"/>
                  </a:lnTo>
                  <a:lnTo>
                    <a:pt x="40291" y="56960"/>
                  </a:lnTo>
                  <a:lnTo>
                    <a:pt x="40100" y="56960"/>
                  </a:lnTo>
                  <a:cubicBezTo>
                    <a:pt x="37338" y="61627"/>
                    <a:pt x="32290" y="63722"/>
                    <a:pt x="25527" y="63722"/>
                  </a:cubicBezTo>
                  <a:cubicBezTo>
                    <a:pt x="14954" y="63722"/>
                    <a:pt x="7144" y="55912"/>
                    <a:pt x="7144" y="45529"/>
                  </a:cubicBezTo>
                  <a:close/>
                  <a:moveTo>
                    <a:pt x="40005" y="41815"/>
                  </a:moveTo>
                  <a:lnTo>
                    <a:pt x="40005" y="40005"/>
                  </a:lnTo>
                  <a:cubicBezTo>
                    <a:pt x="37909" y="39624"/>
                    <a:pt x="35338" y="39243"/>
                    <a:pt x="33147" y="39243"/>
                  </a:cubicBezTo>
                  <a:cubicBezTo>
                    <a:pt x="26003" y="39243"/>
                    <a:pt x="22955" y="41815"/>
                    <a:pt x="22860" y="45434"/>
                  </a:cubicBezTo>
                  <a:cubicBezTo>
                    <a:pt x="22765" y="49054"/>
                    <a:pt x="25527" y="51625"/>
                    <a:pt x="30385" y="51530"/>
                  </a:cubicBezTo>
                  <a:cubicBezTo>
                    <a:pt x="34862" y="51435"/>
                    <a:pt x="40005" y="48673"/>
                    <a:pt x="40005" y="41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9" name="Полилиния: фигура 158"/>
            <p:cNvSpPr/>
            <p:nvPr/>
          </p:nvSpPr>
          <p:spPr bwMode="auto">
            <a:xfrm>
              <a:off x="5544090" y="4841570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22765 w 57150"/>
                <a:gd name="connsiteY1" fmla="*/ 7144 h 66675"/>
                <a:gd name="connsiteX2" fmla="*/ 22765 w 57150"/>
                <a:gd name="connsiteY2" fmla="*/ 27051 h 66675"/>
                <a:gd name="connsiteX3" fmla="*/ 40386 w 57150"/>
                <a:gd name="connsiteY3" fmla="*/ 27051 h 66675"/>
                <a:gd name="connsiteX4" fmla="*/ 40386 w 57150"/>
                <a:gd name="connsiteY4" fmla="*/ 7144 h 66675"/>
                <a:gd name="connsiteX5" fmla="*/ 56007 w 57150"/>
                <a:gd name="connsiteY5" fmla="*/ 7144 h 66675"/>
                <a:gd name="connsiteX6" fmla="*/ 56007 w 57150"/>
                <a:gd name="connsiteY6" fmla="*/ 61055 h 66675"/>
                <a:gd name="connsiteX7" fmla="*/ 40386 w 57150"/>
                <a:gd name="connsiteY7" fmla="*/ 61055 h 66675"/>
                <a:gd name="connsiteX8" fmla="*/ 40386 w 57150"/>
                <a:gd name="connsiteY8" fmla="*/ 40672 h 66675"/>
                <a:gd name="connsiteX9" fmla="*/ 22765 w 57150"/>
                <a:gd name="connsiteY9" fmla="*/ 40672 h 66675"/>
                <a:gd name="connsiteX10" fmla="*/ 22765 w 57150"/>
                <a:gd name="connsiteY10" fmla="*/ 61055 h 66675"/>
                <a:gd name="connsiteX11" fmla="*/ 7144 w 57150"/>
                <a:gd name="connsiteY11" fmla="*/ 61055 h 66675"/>
                <a:gd name="connsiteX12" fmla="*/ 7144 w 57150"/>
                <a:gd name="connsiteY12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7150" h="66675" extrusionOk="0">
                  <a:moveTo>
                    <a:pt x="7144" y="7144"/>
                  </a:moveTo>
                  <a:lnTo>
                    <a:pt x="22765" y="7144"/>
                  </a:lnTo>
                  <a:lnTo>
                    <a:pt x="22765" y="27051"/>
                  </a:lnTo>
                  <a:lnTo>
                    <a:pt x="40386" y="27051"/>
                  </a:lnTo>
                  <a:lnTo>
                    <a:pt x="40386" y="7144"/>
                  </a:lnTo>
                  <a:lnTo>
                    <a:pt x="56007" y="7144"/>
                  </a:lnTo>
                  <a:lnTo>
                    <a:pt x="56007" y="61055"/>
                  </a:lnTo>
                  <a:lnTo>
                    <a:pt x="40386" y="61055"/>
                  </a:lnTo>
                  <a:lnTo>
                    <a:pt x="40386" y="40672"/>
                  </a:lnTo>
                  <a:lnTo>
                    <a:pt x="22765" y="40672"/>
                  </a:lnTo>
                  <a:lnTo>
                    <a:pt x="22765" y="61055"/>
                  </a:lnTo>
                  <a:lnTo>
                    <a:pt x="7144" y="61055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0" name="Полилиния: фигура 159"/>
            <p:cNvSpPr/>
            <p:nvPr/>
          </p:nvSpPr>
          <p:spPr bwMode="auto">
            <a:xfrm>
              <a:off x="5607907" y="4841570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22765 w 57150"/>
                <a:gd name="connsiteY1" fmla="*/ 7144 h 66675"/>
                <a:gd name="connsiteX2" fmla="*/ 22765 w 57150"/>
                <a:gd name="connsiteY2" fmla="*/ 37624 h 66675"/>
                <a:gd name="connsiteX3" fmla="*/ 22955 w 57150"/>
                <a:gd name="connsiteY3" fmla="*/ 37624 h 66675"/>
                <a:gd name="connsiteX4" fmla="*/ 43529 w 57150"/>
                <a:gd name="connsiteY4" fmla="*/ 7144 h 66675"/>
                <a:gd name="connsiteX5" fmla="*/ 56959 w 57150"/>
                <a:gd name="connsiteY5" fmla="*/ 7144 h 66675"/>
                <a:gd name="connsiteX6" fmla="*/ 56959 w 57150"/>
                <a:gd name="connsiteY6" fmla="*/ 61055 h 66675"/>
                <a:gd name="connsiteX7" fmla="*/ 41338 w 57150"/>
                <a:gd name="connsiteY7" fmla="*/ 61055 h 66675"/>
                <a:gd name="connsiteX8" fmla="*/ 41338 w 57150"/>
                <a:gd name="connsiteY8" fmla="*/ 30575 h 66675"/>
                <a:gd name="connsiteX9" fmla="*/ 41148 w 57150"/>
                <a:gd name="connsiteY9" fmla="*/ 30575 h 66675"/>
                <a:gd name="connsiteX10" fmla="*/ 20669 w 57150"/>
                <a:gd name="connsiteY10" fmla="*/ 61055 h 66675"/>
                <a:gd name="connsiteX11" fmla="*/ 7144 w 57150"/>
                <a:gd name="connsiteY11" fmla="*/ 61055 h 66675"/>
                <a:gd name="connsiteX12" fmla="*/ 7144 w 57150"/>
                <a:gd name="connsiteY12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7150" h="66675" extrusionOk="0">
                  <a:moveTo>
                    <a:pt x="7144" y="7144"/>
                  </a:moveTo>
                  <a:lnTo>
                    <a:pt x="22765" y="7144"/>
                  </a:lnTo>
                  <a:lnTo>
                    <a:pt x="22765" y="37624"/>
                  </a:lnTo>
                  <a:lnTo>
                    <a:pt x="22955" y="37624"/>
                  </a:lnTo>
                  <a:lnTo>
                    <a:pt x="43529" y="7144"/>
                  </a:lnTo>
                  <a:lnTo>
                    <a:pt x="56959" y="7144"/>
                  </a:lnTo>
                  <a:lnTo>
                    <a:pt x="56959" y="61055"/>
                  </a:lnTo>
                  <a:lnTo>
                    <a:pt x="41338" y="61055"/>
                  </a:lnTo>
                  <a:lnTo>
                    <a:pt x="41338" y="30575"/>
                  </a:lnTo>
                  <a:lnTo>
                    <a:pt x="41148" y="30575"/>
                  </a:lnTo>
                  <a:lnTo>
                    <a:pt x="20669" y="61055"/>
                  </a:lnTo>
                  <a:lnTo>
                    <a:pt x="7144" y="61055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1" name="Полилиния: фигура 160"/>
            <p:cNvSpPr/>
            <p:nvPr/>
          </p:nvSpPr>
          <p:spPr bwMode="auto">
            <a:xfrm>
              <a:off x="5666581" y="4840332"/>
              <a:ext cx="57150" cy="66675"/>
            </a:xfrm>
            <a:custGeom>
              <a:avLst/>
              <a:gdLst>
                <a:gd name="connsiteX0" fmla="*/ 7144 w 57150"/>
                <a:gd name="connsiteY0" fmla="*/ 56102 h 66675"/>
                <a:gd name="connsiteX1" fmla="*/ 17050 w 57150"/>
                <a:gd name="connsiteY1" fmla="*/ 46292 h 66675"/>
                <a:gd name="connsiteX2" fmla="*/ 31147 w 57150"/>
                <a:gd name="connsiteY2" fmla="*/ 50864 h 66675"/>
                <a:gd name="connsiteX3" fmla="*/ 40100 w 57150"/>
                <a:gd name="connsiteY3" fmla="*/ 46101 h 66675"/>
                <a:gd name="connsiteX4" fmla="*/ 29908 w 57150"/>
                <a:gd name="connsiteY4" fmla="*/ 41529 h 66675"/>
                <a:gd name="connsiteX5" fmla="*/ 23717 w 57150"/>
                <a:gd name="connsiteY5" fmla="*/ 41529 h 66675"/>
                <a:gd name="connsiteX6" fmla="*/ 23717 w 57150"/>
                <a:gd name="connsiteY6" fmla="*/ 29146 h 66675"/>
                <a:gd name="connsiteX7" fmla="*/ 30671 w 57150"/>
                <a:gd name="connsiteY7" fmla="*/ 29146 h 66675"/>
                <a:gd name="connsiteX8" fmla="*/ 39148 w 57150"/>
                <a:gd name="connsiteY8" fmla="*/ 24384 h 66675"/>
                <a:gd name="connsiteX9" fmla="*/ 32671 w 57150"/>
                <a:gd name="connsiteY9" fmla="*/ 20003 h 66675"/>
                <a:gd name="connsiteX10" fmla="*/ 18859 w 57150"/>
                <a:gd name="connsiteY10" fmla="*/ 23241 h 66675"/>
                <a:gd name="connsiteX11" fmla="*/ 9430 w 57150"/>
                <a:gd name="connsiteY11" fmla="*/ 13811 h 66675"/>
                <a:gd name="connsiteX12" fmla="*/ 32956 w 57150"/>
                <a:gd name="connsiteY12" fmla="*/ 7144 h 66675"/>
                <a:gd name="connsiteX13" fmla="*/ 54388 w 57150"/>
                <a:gd name="connsiteY13" fmla="*/ 23051 h 66675"/>
                <a:gd name="connsiteX14" fmla="*/ 47149 w 57150"/>
                <a:gd name="connsiteY14" fmla="*/ 34862 h 66675"/>
                <a:gd name="connsiteX15" fmla="*/ 47149 w 57150"/>
                <a:gd name="connsiteY15" fmla="*/ 35052 h 66675"/>
                <a:gd name="connsiteX16" fmla="*/ 56197 w 57150"/>
                <a:gd name="connsiteY16" fmla="*/ 46863 h 66675"/>
                <a:gd name="connsiteX17" fmla="*/ 31813 w 57150"/>
                <a:gd name="connsiteY17" fmla="*/ 63532 h 66675"/>
                <a:gd name="connsiteX18" fmla="*/ 7144 w 57150"/>
                <a:gd name="connsiteY18" fmla="*/ 5610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7150" h="66675" extrusionOk="0">
                  <a:moveTo>
                    <a:pt x="7144" y="56102"/>
                  </a:moveTo>
                  <a:lnTo>
                    <a:pt x="17050" y="46292"/>
                  </a:lnTo>
                  <a:cubicBezTo>
                    <a:pt x="20479" y="48959"/>
                    <a:pt x="28099" y="50864"/>
                    <a:pt x="31147" y="50864"/>
                  </a:cubicBezTo>
                  <a:cubicBezTo>
                    <a:pt x="35623" y="50864"/>
                    <a:pt x="40100" y="49816"/>
                    <a:pt x="40100" y="46101"/>
                  </a:cubicBezTo>
                  <a:cubicBezTo>
                    <a:pt x="40100" y="42767"/>
                    <a:pt x="37243" y="41529"/>
                    <a:pt x="29908" y="41529"/>
                  </a:cubicBezTo>
                  <a:lnTo>
                    <a:pt x="23717" y="41529"/>
                  </a:lnTo>
                  <a:lnTo>
                    <a:pt x="23717" y="29146"/>
                  </a:lnTo>
                  <a:lnTo>
                    <a:pt x="30671" y="29146"/>
                  </a:lnTo>
                  <a:cubicBezTo>
                    <a:pt x="37624" y="29146"/>
                    <a:pt x="39148" y="26480"/>
                    <a:pt x="39148" y="24384"/>
                  </a:cubicBezTo>
                  <a:cubicBezTo>
                    <a:pt x="39148" y="21050"/>
                    <a:pt x="36290" y="20003"/>
                    <a:pt x="32671" y="20003"/>
                  </a:cubicBezTo>
                  <a:cubicBezTo>
                    <a:pt x="27527" y="20003"/>
                    <a:pt x="20955" y="22289"/>
                    <a:pt x="18859" y="23241"/>
                  </a:cubicBezTo>
                  <a:lnTo>
                    <a:pt x="9430" y="13811"/>
                  </a:lnTo>
                  <a:cubicBezTo>
                    <a:pt x="16573" y="8858"/>
                    <a:pt x="26670" y="7144"/>
                    <a:pt x="32956" y="7144"/>
                  </a:cubicBezTo>
                  <a:cubicBezTo>
                    <a:pt x="45053" y="7144"/>
                    <a:pt x="54388" y="13621"/>
                    <a:pt x="54388" y="23051"/>
                  </a:cubicBezTo>
                  <a:cubicBezTo>
                    <a:pt x="54388" y="27622"/>
                    <a:pt x="51721" y="32099"/>
                    <a:pt x="47149" y="34862"/>
                  </a:cubicBezTo>
                  <a:lnTo>
                    <a:pt x="47149" y="35052"/>
                  </a:lnTo>
                  <a:cubicBezTo>
                    <a:pt x="52102" y="36862"/>
                    <a:pt x="56197" y="41434"/>
                    <a:pt x="56197" y="46863"/>
                  </a:cubicBezTo>
                  <a:cubicBezTo>
                    <a:pt x="56197" y="57721"/>
                    <a:pt x="45053" y="63532"/>
                    <a:pt x="31813" y="63532"/>
                  </a:cubicBezTo>
                  <a:cubicBezTo>
                    <a:pt x="21050" y="63627"/>
                    <a:pt x="13145" y="60293"/>
                    <a:pt x="7144" y="5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2" name="Полилиния: фигура 161"/>
            <p:cNvSpPr/>
            <p:nvPr/>
          </p:nvSpPr>
          <p:spPr bwMode="auto">
            <a:xfrm>
              <a:off x="5723160" y="4840237"/>
              <a:ext cx="57150" cy="66675"/>
            </a:xfrm>
            <a:custGeom>
              <a:avLst/>
              <a:gdLst>
                <a:gd name="connsiteX0" fmla="*/ 7144 w 57150"/>
                <a:gd name="connsiteY0" fmla="*/ 45529 h 66675"/>
                <a:gd name="connsiteX1" fmla="*/ 30956 w 57150"/>
                <a:gd name="connsiteY1" fmla="*/ 27908 h 66675"/>
                <a:gd name="connsiteX2" fmla="*/ 40005 w 57150"/>
                <a:gd name="connsiteY2" fmla="*/ 28480 h 66675"/>
                <a:gd name="connsiteX3" fmla="*/ 40005 w 57150"/>
                <a:gd name="connsiteY3" fmla="*/ 27718 h 66675"/>
                <a:gd name="connsiteX4" fmla="*/ 31337 w 57150"/>
                <a:gd name="connsiteY4" fmla="*/ 20860 h 66675"/>
                <a:gd name="connsiteX5" fmla="*/ 18764 w 57150"/>
                <a:gd name="connsiteY5" fmla="*/ 24860 h 66675"/>
                <a:gd name="connsiteX6" fmla="*/ 9620 w 57150"/>
                <a:gd name="connsiteY6" fmla="*/ 15526 h 66675"/>
                <a:gd name="connsiteX7" fmla="*/ 32099 w 57150"/>
                <a:gd name="connsiteY7" fmla="*/ 7144 h 66675"/>
                <a:gd name="connsiteX8" fmla="*/ 55721 w 57150"/>
                <a:gd name="connsiteY8" fmla="*/ 28099 h 66675"/>
                <a:gd name="connsiteX9" fmla="*/ 55721 w 57150"/>
                <a:gd name="connsiteY9" fmla="*/ 62389 h 66675"/>
                <a:gd name="connsiteX10" fmla="*/ 40291 w 57150"/>
                <a:gd name="connsiteY10" fmla="*/ 62389 h 66675"/>
                <a:gd name="connsiteX11" fmla="*/ 40291 w 57150"/>
                <a:gd name="connsiteY11" fmla="*/ 56960 h 66675"/>
                <a:gd name="connsiteX12" fmla="*/ 40100 w 57150"/>
                <a:gd name="connsiteY12" fmla="*/ 56960 h 66675"/>
                <a:gd name="connsiteX13" fmla="*/ 25527 w 57150"/>
                <a:gd name="connsiteY13" fmla="*/ 63722 h 66675"/>
                <a:gd name="connsiteX14" fmla="*/ 7144 w 57150"/>
                <a:gd name="connsiteY14" fmla="*/ 45529 h 66675"/>
                <a:gd name="connsiteX15" fmla="*/ 40005 w 57150"/>
                <a:gd name="connsiteY15" fmla="*/ 41815 h 66675"/>
                <a:gd name="connsiteX16" fmla="*/ 40005 w 57150"/>
                <a:gd name="connsiteY16" fmla="*/ 40005 h 66675"/>
                <a:gd name="connsiteX17" fmla="*/ 33147 w 57150"/>
                <a:gd name="connsiteY17" fmla="*/ 39243 h 66675"/>
                <a:gd name="connsiteX18" fmla="*/ 22860 w 57150"/>
                <a:gd name="connsiteY18" fmla="*/ 45434 h 66675"/>
                <a:gd name="connsiteX19" fmla="*/ 30385 w 57150"/>
                <a:gd name="connsiteY19" fmla="*/ 51530 h 66675"/>
                <a:gd name="connsiteX20" fmla="*/ 40005 w 57150"/>
                <a:gd name="connsiteY20" fmla="*/ 4181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66675" extrusionOk="0">
                  <a:moveTo>
                    <a:pt x="7144" y="45529"/>
                  </a:moveTo>
                  <a:cubicBezTo>
                    <a:pt x="7144" y="36957"/>
                    <a:pt x="14288" y="27908"/>
                    <a:pt x="30956" y="27908"/>
                  </a:cubicBezTo>
                  <a:cubicBezTo>
                    <a:pt x="33338" y="27908"/>
                    <a:pt x="37147" y="28003"/>
                    <a:pt x="40005" y="28480"/>
                  </a:cubicBezTo>
                  <a:lnTo>
                    <a:pt x="40005" y="27718"/>
                  </a:lnTo>
                  <a:cubicBezTo>
                    <a:pt x="40005" y="22670"/>
                    <a:pt x="35909" y="20860"/>
                    <a:pt x="31337" y="20860"/>
                  </a:cubicBezTo>
                  <a:cubicBezTo>
                    <a:pt x="27242" y="20860"/>
                    <a:pt x="22765" y="22098"/>
                    <a:pt x="18764" y="24860"/>
                  </a:cubicBezTo>
                  <a:lnTo>
                    <a:pt x="9620" y="15526"/>
                  </a:lnTo>
                  <a:cubicBezTo>
                    <a:pt x="15811" y="9715"/>
                    <a:pt x="24765" y="7144"/>
                    <a:pt x="32099" y="7144"/>
                  </a:cubicBezTo>
                  <a:cubicBezTo>
                    <a:pt x="46196" y="7144"/>
                    <a:pt x="55721" y="15145"/>
                    <a:pt x="55721" y="28099"/>
                  </a:cubicBezTo>
                  <a:lnTo>
                    <a:pt x="55721" y="62389"/>
                  </a:lnTo>
                  <a:lnTo>
                    <a:pt x="40291" y="62389"/>
                  </a:lnTo>
                  <a:lnTo>
                    <a:pt x="40291" y="56960"/>
                  </a:lnTo>
                  <a:lnTo>
                    <a:pt x="40100" y="56960"/>
                  </a:lnTo>
                  <a:cubicBezTo>
                    <a:pt x="37338" y="61627"/>
                    <a:pt x="32290" y="63722"/>
                    <a:pt x="25527" y="63722"/>
                  </a:cubicBezTo>
                  <a:cubicBezTo>
                    <a:pt x="14954" y="63722"/>
                    <a:pt x="7144" y="55912"/>
                    <a:pt x="7144" y="45529"/>
                  </a:cubicBezTo>
                  <a:close/>
                  <a:moveTo>
                    <a:pt x="40005" y="41815"/>
                  </a:moveTo>
                  <a:lnTo>
                    <a:pt x="40005" y="40005"/>
                  </a:lnTo>
                  <a:cubicBezTo>
                    <a:pt x="37909" y="39624"/>
                    <a:pt x="35338" y="39243"/>
                    <a:pt x="33147" y="39243"/>
                  </a:cubicBezTo>
                  <a:cubicBezTo>
                    <a:pt x="26003" y="39243"/>
                    <a:pt x="22955" y="41815"/>
                    <a:pt x="22860" y="45434"/>
                  </a:cubicBezTo>
                  <a:cubicBezTo>
                    <a:pt x="22765" y="49054"/>
                    <a:pt x="25527" y="51625"/>
                    <a:pt x="30385" y="51530"/>
                  </a:cubicBezTo>
                  <a:cubicBezTo>
                    <a:pt x="34861" y="51435"/>
                    <a:pt x="40005" y="48673"/>
                    <a:pt x="40005" y="41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3" name="Полилиния: фигура 162"/>
            <p:cNvSpPr/>
            <p:nvPr/>
          </p:nvSpPr>
          <p:spPr bwMode="auto">
            <a:xfrm>
              <a:off x="5779929" y="4841570"/>
              <a:ext cx="57150" cy="66675"/>
            </a:xfrm>
            <a:custGeom>
              <a:avLst/>
              <a:gdLst>
                <a:gd name="connsiteX0" fmla="*/ 22955 w 57150"/>
                <a:gd name="connsiteY0" fmla="*/ 20669 h 66675"/>
                <a:gd name="connsiteX1" fmla="*/ 7144 w 57150"/>
                <a:gd name="connsiteY1" fmla="*/ 20669 h 66675"/>
                <a:gd name="connsiteX2" fmla="*/ 7144 w 57150"/>
                <a:gd name="connsiteY2" fmla="*/ 7144 h 66675"/>
                <a:gd name="connsiteX3" fmla="*/ 55626 w 57150"/>
                <a:gd name="connsiteY3" fmla="*/ 7144 h 66675"/>
                <a:gd name="connsiteX4" fmla="*/ 50578 w 57150"/>
                <a:gd name="connsiteY4" fmla="*/ 20669 h 66675"/>
                <a:gd name="connsiteX5" fmla="*/ 38481 w 57150"/>
                <a:gd name="connsiteY5" fmla="*/ 20669 h 66675"/>
                <a:gd name="connsiteX6" fmla="*/ 38481 w 57150"/>
                <a:gd name="connsiteY6" fmla="*/ 61055 h 66675"/>
                <a:gd name="connsiteX7" fmla="*/ 22955 w 57150"/>
                <a:gd name="connsiteY7" fmla="*/ 61055 h 66675"/>
                <a:gd name="connsiteX8" fmla="*/ 22955 w 57150"/>
                <a:gd name="connsiteY8" fmla="*/ 20669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66675" extrusionOk="0">
                  <a:moveTo>
                    <a:pt x="22955" y="20669"/>
                  </a:moveTo>
                  <a:lnTo>
                    <a:pt x="7144" y="20669"/>
                  </a:lnTo>
                  <a:lnTo>
                    <a:pt x="7144" y="7144"/>
                  </a:lnTo>
                  <a:lnTo>
                    <a:pt x="55626" y="7144"/>
                  </a:lnTo>
                  <a:lnTo>
                    <a:pt x="50578" y="20669"/>
                  </a:lnTo>
                  <a:lnTo>
                    <a:pt x="38481" y="20669"/>
                  </a:lnTo>
                  <a:lnTo>
                    <a:pt x="38481" y="61055"/>
                  </a:lnTo>
                  <a:lnTo>
                    <a:pt x="22955" y="61055"/>
                  </a:lnTo>
                  <a:lnTo>
                    <a:pt x="22955" y="2066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4" name="Полилиния: фигура 163"/>
            <p:cNvSpPr/>
            <p:nvPr/>
          </p:nvSpPr>
          <p:spPr bwMode="auto">
            <a:xfrm>
              <a:off x="5832316" y="4840237"/>
              <a:ext cx="66675" cy="66675"/>
            </a:xfrm>
            <a:custGeom>
              <a:avLst/>
              <a:gdLst>
                <a:gd name="connsiteX0" fmla="*/ 7144 w 66675"/>
                <a:gd name="connsiteY0" fmla="*/ 35243 h 66675"/>
                <a:gd name="connsiteX1" fmla="*/ 34862 w 66675"/>
                <a:gd name="connsiteY1" fmla="*/ 7144 h 66675"/>
                <a:gd name="connsiteX2" fmla="*/ 62389 w 66675"/>
                <a:gd name="connsiteY2" fmla="*/ 35243 h 66675"/>
                <a:gd name="connsiteX3" fmla="*/ 34862 w 66675"/>
                <a:gd name="connsiteY3" fmla="*/ 63627 h 66675"/>
                <a:gd name="connsiteX4" fmla="*/ 7144 w 66675"/>
                <a:gd name="connsiteY4" fmla="*/ 35243 h 66675"/>
                <a:gd name="connsiteX5" fmla="*/ 46196 w 66675"/>
                <a:gd name="connsiteY5" fmla="*/ 35243 h 66675"/>
                <a:gd name="connsiteX6" fmla="*/ 34862 w 66675"/>
                <a:gd name="connsiteY6" fmla="*/ 21050 h 66675"/>
                <a:gd name="connsiteX7" fmla="*/ 23432 w 66675"/>
                <a:gd name="connsiteY7" fmla="*/ 35243 h 66675"/>
                <a:gd name="connsiteX8" fmla="*/ 34862 w 66675"/>
                <a:gd name="connsiteY8" fmla="*/ 49816 h 66675"/>
                <a:gd name="connsiteX9" fmla="*/ 46196 w 66675"/>
                <a:gd name="connsiteY9" fmla="*/ 3524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66675" extrusionOk="0">
                  <a:moveTo>
                    <a:pt x="7144" y="35243"/>
                  </a:moveTo>
                  <a:cubicBezTo>
                    <a:pt x="7144" y="18764"/>
                    <a:pt x="18479" y="7144"/>
                    <a:pt x="34862" y="7144"/>
                  </a:cubicBezTo>
                  <a:cubicBezTo>
                    <a:pt x="50959" y="7144"/>
                    <a:pt x="62389" y="18764"/>
                    <a:pt x="62389" y="35243"/>
                  </a:cubicBezTo>
                  <a:cubicBezTo>
                    <a:pt x="62389" y="52007"/>
                    <a:pt x="50959" y="63627"/>
                    <a:pt x="34862" y="63627"/>
                  </a:cubicBezTo>
                  <a:cubicBezTo>
                    <a:pt x="18479" y="63722"/>
                    <a:pt x="7144" y="52007"/>
                    <a:pt x="7144" y="35243"/>
                  </a:cubicBezTo>
                  <a:close/>
                  <a:moveTo>
                    <a:pt x="46196" y="35243"/>
                  </a:moveTo>
                  <a:cubicBezTo>
                    <a:pt x="46196" y="26860"/>
                    <a:pt x="41910" y="21050"/>
                    <a:pt x="34862" y="21050"/>
                  </a:cubicBezTo>
                  <a:cubicBezTo>
                    <a:pt x="27813" y="21050"/>
                    <a:pt x="23432" y="26956"/>
                    <a:pt x="23432" y="35243"/>
                  </a:cubicBezTo>
                  <a:cubicBezTo>
                    <a:pt x="23432" y="43339"/>
                    <a:pt x="27813" y="49816"/>
                    <a:pt x="34862" y="49816"/>
                  </a:cubicBezTo>
                  <a:cubicBezTo>
                    <a:pt x="41910" y="49816"/>
                    <a:pt x="46196" y="43434"/>
                    <a:pt x="46196" y="352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5" name="Полилиния: фигура 164"/>
            <p:cNvSpPr/>
            <p:nvPr/>
          </p:nvSpPr>
          <p:spPr bwMode="auto">
            <a:xfrm>
              <a:off x="5898991" y="4840237"/>
              <a:ext cx="66675" cy="85725"/>
            </a:xfrm>
            <a:custGeom>
              <a:avLst/>
              <a:gdLst>
                <a:gd name="connsiteX0" fmla="*/ 22765 w 66675"/>
                <a:gd name="connsiteY0" fmla="*/ 82201 h 85725"/>
                <a:gd name="connsiteX1" fmla="*/ 7144 w 66675"/>
                <a:gd name="connsiteY1" fmla="*/ 82201 h 85725"/>
                <a:gd name="connsiteX2" fmla="*/ 7144 w 66675"/>
                <a:gd name="connsiteY2" fmla="*/ 8477 h 85725"/>
                <a:gd name="connsiteX3" fmla="*/ 22765 w 66675"/>
                <a:gd name="connsiteY3" fmla="*/ 8477 h 85725"/>
                <a:gd name="connsiteX4" fmla="*/ 22765 w 66675"/>
                <a:gd name="connsiteY4" fmla="*/ 13811 h 85725"/>
                <a:gd name="connsiteX5" fmla="*/ 22955 w 66675"/>
                <a:gd name="connsiteY5" fmla="*/ 13811 h 85725"/>
                <a:gd name="connsiteX6" fmla="*/ 38100 w 66675"/>
                <a:gd name="connsiteY6" fmla="*/ 7144 h 85725"/>
                <a:gd name="connsiteX7" fmla="*/ 62770 w 66675"/>
                <a:gd name="connsiteY7" fmla="*/ 35243 h 85725"/>
                <a:gd name="connsiteX8" fmla="*/ 38100 w 66675"/>
                <a:gd name="connsiteY8" fmla="*/ 63627 h 85725"/>
                <a:gd name="connsiteX9" fmla="*/ 22955 w 66675"/>
                <a:gd name="connsiteY9" fmla="*/ 56960 h 85725"/>
                <a:gd name="connsiteX10" fmla="*/ 22765 w 66675"/>
                <a:gd name="connsiteY10" fmla="*/ 56960 h 85725"/>
                <a:gd name="connsiteX11" fmla="*/ 22765 w 66675"/>
                <a:gd name="connsiteY11" fmla="*/ 82201 h 85725"/>
                <a:gd name="connsiteX12" fmla="*/ 34385 w 66675"/>
                <a:gd name="connsiteY12" fmla="*/ 49625 h 85725"/>
                <a:gd name="connsiteX13" fmla="*/ 46577 w 66675"/>
                <a:gd name="connsiteY13" fmla="*/ 35243 h 85725"/>
                <a:gd name="connsiteX14" fmla="*/ 34385 w 66675"/>
                <a:gd name="connsiteY14" fmla="*/ 21145 h 85725"/>
                <a:gd name="connsiteX15" fmla="*/ 22098 w 66675"/>
                <a:gd name="connsiteY15" fmla="*/ 35243 h 85725"/>
                <a:gd name="connsiteX16" fmla="*/ 34385 w 66675"/>
                <a:gd name="connsiteY16" fmla="*/ 4962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85725" extrusionOk="0">
                  <a:moveTo>
                    <a:pt x="22765" y="82201"/>
                  </a:moveTo>
                  <a:lnTo>
                    <a:pt x="7144" y="82201"/>
                  </a:lnTo>
                  <a:lnTo>
                    <a:pt x="7144" y="8477"/>
                  </a:lnTo>
                  <a:lnTo>
                    <a:pt x="22765" y="8477"/>
                  </a:lnTo>
                  <a:lnTo>
                    <a:pt x="22765" y="13811"/>
                  </a:lnTo>
                  <a:lnTo>
                    <a:pt x="22955" y="13811"/>
                  </a:lnTo>
                  <a:cubicBezTo>
                    <a:pt x="25337" y="10954"/>
                    <a:pt x="29908" y="7144"/>
                    <a:pt x="38100" y="7144"/>
                  </a:cubicBezTo>
                  <a:cubicBezTo>
                    <a:pt x="52197" y="7144"/>
                    <a:pt x="62770" y="18764"/>
                    <a:pt x="62770" y="35243"/>
                  </a:cubicBezTo>
                  <a:cubicBezTo>
                    <a:pt x="62770" y="51816"/>
                    <a:pt x="52197" y="63627"/>
                    <a:pt x="38100" y="63627"/>
                  </a:cubicBezTo>
                  <a:cubicBezTo>
                    <a:pt x="29908" y="63627"/>
                    <a:pt x="25241" y="59912"/>
                    <a:pt x="22955" y="56960"/>
                  </a:cubicBezTo>
                  <a:lnTo>
                    <a:pt x="22765" y="56960"/>
                  </a:lnTo>
                  <a:lnTo>
                    <a:pt x="22765" y="82201"/>
                  </a:lnTo>
                  <a:close/>
                  <a:moveTo>
                    <a:pt x="34385" y="49625"/>
                  </a:moveTo>
                  <a:cubicBezTo>
                    <a:pt x="41529" y="49625"/>
                    <a:pt x="46577" y="43529"/>
                    <a:pt x="46577" y="35243"/>
                  </a:cubicBezTo>
                  <a:cubicBezTo>
                    <a:pt x="46577" y="27337"/>
                    <a:pt x="41529" y="21145"/>
                    <a:pt x="34385" y="21145"/>
                  </a:cubicBezTo>
                  <a:cubicBezTo>
                    <a:pt x="27242" y="21145"/>
                    <a:pt x="22098" y="27337"/>
                    <a:pt x="22098" y="35243"/>
                  </a:cubicBezTo>
                  <a:cubicBezTo>
                    <a:pt x="22193" y="43529"/>
                    <a:pt x="27242" y="49625"/>
                    <a:pt x="34385" y="49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6" name="Полилиния: фигура 165"/>
            <p:cNvSpPr/>
            <p:nvPr/>
          </p:nvSpPr>
          <p:spPr bwMode="auto">
            <a:xfrm>
              <a:off x="5291106" y="4955775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54197 w 57150"/>
                <a:gd name="connsiteY1" fmla="*/ 7144 h 66675"/>
                <a:gd name="connsiteX2" fmla="*/ 54197 w 57150"/>
                <a:gd name="connsiteY2" fmla="*/ 61151 h 66675"/>
                <a:gd name="connsiteX3" fmla="*/ 38576 w 57150"/>
                <a:gd name="connsiteY3" fmla="*/ 61151 h 66675"/>
                <a:gd name="connsiteX4" fmla="*/ 38576 w 57150"/>
                <a:gd name="connsiteY4" fmla="*/ 20765 h 66675"/>
                <a:gd name="connsiteX5" fmla="*/ 22765 w 57150"/>
                <a:gd name="connsiteY5" fmla="*/ 20765 h 66675"/>
                <a:gd name="connsiteX6" fmla="*/ 22765 w 57150"/>
                <a:gd name="connsiteY6" fmla="*/ 61151 h 66675"/>
                <a:gd name="connsiteX7" fmla="*/ 7144 w 57150"/>
                <a:gd name="connsiteY7" fmla="*/ 61151 h 66675"/>
                <a:gd name="connsiteX8" fmla="*/ 7144 w 57150"/>
                <a:gd name="connsiteY8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66675" extrusionOk="0">
                  <a:moveTo>
                    <a:pt x="7144" y="7144"/>
                  </a:moveTo>
                  <a:lnTo>
                    <a:pt x="54197" y="7144"/>
                  </a:lnTo>
                  <a:lnTo>
                    <a:pt x="54197" y="61151"/>
                  </a:lnTo>
                  <a:lnTo>
                    <a:pt x="38576" y="61151"/>
                  </a:lnTo>
                  <a:lnTo>
                    <a:pt x="38576" y="20765"/>
                  </a:lnTo>
                  <a:lnTo>
                    <a:pt x="22765" y="20765"/>
                  </a:lnTo>
                  <a:lnTo>
                    <a:pt x="22765" y="61151"/>
                  </a:lnTo>
                  <a:lnTo>
                    <a:pt x="7144" y="61151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7" name="Полилиния: фигура 166"/>
            <p:cNvSpPr/>
            <p:nvPr/>
          </p:nvSpPr>
          <p:spPr bwMode="auto">
            <a:xfrm>
              <a:off x="5349303" y="4954536"/>
              <a:ext cx="66675" cy="66675"/>
            </a:xfrm>
            <a:custGeom>
              <a:avLst/>
              <a:gdLst>
                <a:gd name="connsiteX0" fmla="*/ 7144 w 66675"/>
                <a:gd name="connsiteY0" fmla="*/ 35338 h 66675"/>
                <a:gd name="connsiteX1" fmla="*/ 33814 w 66675"/>
                <a:gd name="connsiteY1" fmla="*/ 7144 h 66675"/>
                <a:gd name="connsiteX2" fmla="*/ 59912 w 66675"/>
                <a:gd name="connsiteY2" fmla="*/ 36767 h 66675"/>
                <a:gd name="connsiteX3" fmla="*/ 59912 w 66675"/>
                <a:gd name="connsiteY3" fmla="*/ 40481 h 66675"/>
                <a:gd name="connsiteX4" fmla="*/ 24098 w 66675"/>
                <a:gd name="connsiteY4" fmla="*/ 40481 h 66675"/>
                <a:gd name="connsiteX5" fmla="*/ 36385 w 66675"/>
                <a:gd name="connsiteY5" fmla="*/ 49721 h 66675"/>
                <a:gd name="connsiteX6" fmla="*/ 47625 w 66675"/>
                <a:gd name="connsiteY6" fmla="*/ 44577 h 66675"/>
                <a:gd name="connsiteX7" fmla="*/ 57721 w 66675"/>
                <a:gd name="connsiteY7" fmla="*/ 54673 h 66675"/>
                <a:gd name="connsiteX8" fmla="*/ 34766 w 66675"/>
                <a:gd name="connsiteY8" fmla="*/ 63722 h 66675"/>
                <a:gd name="connsiteX9" fmla="*/ 7144 w 66675"/>
                <a:gd name="connsiteY9" fmla="*/ 35338 h 66675"/>
                <a:gd name="connsiteX10" fmla="*/ 43529 w 66675"/>
                <a:gd name="connsiteY10" fmla="*/ 29242 h 66675"/>
                <a:gd name="connsiteX11" fmla="*/ 33718 w 66675"/>
                <a:gd name="connsiteY11" fmla="*/ 19526 h 66675"/>
                <a:gd name="connsiteX12" fmla="*/ 23908 w 66675"/>
                <a:gd name="connsiteY12" fmla="*/ 29242 h 66675"/>
                <a:gd name="connsiteX13" fmla="*/ 43529 w 66675"/>
                <a:gd name="connsiteY13" fmla="*/ 2924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75" h="66675" extrusionOk="0">
                  <a:moveTo>
                    <a:pt x="7144" y="35338"/>
                  </a:moveTo>
                  <a:cubicBezTo>
                    <a:pt x="7144" y="18860"/>
                    <a:pt x="18193" y="7144"/>
                    <a:pt x="33814" y="7144"/>
                  </a:cubicBezTo>
                  <a:cubicBezTo>
                    <a:pt x="48577" y="7144"/>
                    <a:pt x="59912" y="16097"/>
                    <a:pt x="59912" y="36767"/>
                  </a:cubicBezTo>
                  <a:lnTo>
                    <a:pt x="59912" y="40481"/>
                  </a:lnTo>
                  <a:lnTo>
                    <a:pt x="24098" y="40481"/>
                  </a:lnTo>
                  <a:cubicBezTo>
                    <a:pt x="25241" y="47435"/>
                    <a:pt x="31337" y="49721"/>
                    <a:pt x="36385" y="49721"/>
                  </a:cubicBezTo>
                  <a:cubicBezTo>
                    <a:pt x="41338" y="49721"/>
                    <a:pt x="45720" y="47339"/>
                    <a:pt x="47625" y="44577"/>
                  </a:cubicBezTo>
                  <a:lnTo>
                    <a:pt x="57721" y="54673"/>
                  </a:lnTo>
                  <a:cubicBezTo>
                    <a:pt x="51149" y="60960"/>
                    <a:pt x="43720" y="63722"/>
                    <a:pt x="34766" y="63722"/>
                  </a:cubicBezTo>
                  <a:cubicBezTo>
                    <a:pt x="20574" y="63722"/>
                    <a:pt x="7144" y="53626"/>
                    <a:pt x="7144" y="35338"/>
                  </a:cubicBezTo>
                  <a:close/>
                  <a:moveTo>
                    <a:pt x="43529" y="29242"/>
                  </a:moveTo>
                  <a:cubicBezTo>
                    <a:pt x="42863" y="23241"/>
                    <a:pt x="39719" y="19526"/>
                    <a:pt x="33718" y="19526"/>
                  </a:cubicBezTo>
                  <a:cubicBezTo>
                    <a:pt x="28289" y="19526"/>
                    <a:pt x="24860" y="23717"/>
                    <a:pt x="23908" y="29242"/>
                  </a:cubicBezTo>
                  <a:lnTo>
                    <a:pt x="43529" y="292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8" name="Полилиния: фигура 167"/>
            <p:cNvSpPr/>
            <p:nvPr/>
          </p:nvSpPr>
          <p:spPr bwMode="auto">
            <a:xfrm>
              <a:off x="5413312" y="4954536"/>
              <a:ext cx="66675" cy="85725"/>
            </a:xfrm>
            <a:custGeom>
              <a:avLst/>
              <a:gdLst>
                <a:gd name="connsiteX0" fmla="*/ 22765 w 66675"/>
                <a:gd name="connsiteY0" fmla="*/ 82201 h 85725"/>
                <a:gd name="connsiteX1" fmla="*/ 7144 w 66675"/>
                <a:gd name="connsiteY1" fmla="*/ 82201 h 85725"/>
                <a:gd name="connsiteX2" fmla="*/ 7144 w 66675"/>
                <a:gd name="connsiteY2" fmla="*/ 8477 h 85725"/>
                <a:gd name="connsiteX3" fmla="*/ 22765 w 66675"/>
                <a:gd name="connsiteY3" fmla="*/ 8477 h 85725"/>
                <a:gd name="connsiteX4" fmla="*/ 22765 w 66675"/>
                <a:gd name="connsiteY4" fmla="*/ 13811 h 85725"/>
                <a:gd name="connsiteX5" fmla="*/ 22955 w 66675"/>
                <a:gd name="connsiteY5" fmla="*/ 13811 h 85725"/>
                <a:gd name="connsiteX6" fmla="*/ 38100 w 66675"/>
                <a:gd name="connsiteY6" fmla="*/ 7144 h 85725"/>
                <a:gd name="connsiteX7" fmla="*/ 62770 w 66675"/>
                <a:gd name="connsiteY7" fmla="*/ 35243 h 85725"/>
                <a:gd name="connsiteX8" fmla="*/ 38100 w 66675"/>
                <a:gd name="connsiteY8" fmla="*/ 63722 h 85725"/>
                <a:gd name="connsiteX9" fmla="*/ 22955 w 66675"/>
                <a:gd name="connsiteY9" fmla="*/ 57055 h 85725"/>
                <a:gd name="connsiteX10" fmla="*/ 22765 w 66675"/>
                <a:gd name="connsiteY10" fmla="*/ 57055 h 85725"/>
                <a:gd name="connsiteX11" fmla="*/ 22765 w 66675"/>
                <a:gd name="connsiteY11" fmla="*/ 82201 h 85725"/>
                <a:gd name="connsiteX12" fmla="*/ 34385 w 66675"/>
                <a:gd name="connsiteY12" fmla="*/ 49530 h 85725"/>
                <a:gd name="connsiteX13" fmla="*/ 46577 w 66675"/>
                <a:gd name="connsiteY13" fmla="*/ 35052 h 85725"/>
                <a:gd name="connsiteX14" fmla="*/ 34385 w 66675"/>
                <a:gd name="connsiteY14" fmla="*/ 20955 h 85725"/>
                <a:gd name="connsiteX15" fmla="*/ 22098 w 66675"/>
                <a:gd name="connsiteY15" fmla="*/ 35052 h 85725"/>
                <a:gd name="connsiteX16" fmla="*/ 34385 w 66675"/>
                <a:gd name="connsiteY16" fmla="*/ 4953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85725" extrusionOk="0">
                  <a:moveTo>
                    <a:pt x="22765" y="82201"/>
                  </a:moveTo>
                  <a:lnTo>
                    <a:pt x="7144" y="82201"/>
                  </a:lnTo>
                  <a:lnTo>
                    <a:pt x="7144" y="8477"/>
                  </a:lnTo>
                  <a:lnTo>
                    <a:pt x="22765" y="8477"/>
                  </a:lnTo>
                  <a:lnTo>
                    <a:pt x="22765" y="13811"/>
                  </a:lnTo>
                  <a:lnTo>
                    <a:pt x="22955" y="13811"/>
                  </a:lnTo>
                  <a:cubicBezTo>
                    <a:pt x="25336" y="10954"/>
                    <a:pt x="29908" y="7144"/>
                    <a:pt x="38100" y="7144"/>
                  </a:cubicBezTo>
                  <a:cubicBezTo>
                    <a:pt x="52197" y="7144"/>
                    <a:pt x="62770" y="18764"/>
                    <a:pt x="62770" y="35243"/>
                  </a:cubicBezTo>
                  <a:cubicBezTo>
                    <a:pt x="62770" y="51816"/>
                    <a:pt x="52197" y="63722"/>
                    <a:pt x="38100" y="63722"/>
                  </a:cubicBezTo>
                  <a:cubicBezTo>
                    <a:pt x="29908" y="63722"/>
                    <a:pt x="25241" y="60008"/>
                    <a:pt x="22955" y="57055"/>
                  </a:cubicBezTo>
                  <a:lnTo>
                    <a:pt x="22765" y="57055"/>
                  </a:lnTo>
                  <a:lnTo>
                    <a:pt x="22765" y="82201"/>
                  </a:lnTo>
                  <a:close/>
                  <a:moveTo>
                    <a:pt x="34385" y="49530"/>
                  </a:moveTo>
                  <a:cubicBezTo>
                    <a:pt x="41529" y="49530"/>
                    <a:pt x="46577" y="43434"/>
                    <a:pt x="46577" y="35052"/>
                  </a:cubicBezTo>
                  <a:cubicBezTo>
                    <a:pt x="46577" y="27146"/>
                    <a:pt x="41529" y="20955"/>
                    <a:pt x="34385" y="20955"/>
                  </a:cubicBezTo>
                  <a:cubicBezTo>
                    <a:pt x="27242" y="20955"/>
                    <a:pt x="22098" y="27146"/>
                    <a:pt x="22098" y="35052"/>
                  </a:cubicBezTo>
                  <a:cubicBezTo>
                    <a:pt x="22098" y="43434"/>
                    <a:pt x="27242" y="49530"/>
                    <a:pt x="34385" y="4953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9" name="Полилиния: фигура 168"/>
            <p:cNvSpPr/>
            <p:nvPr/>
          </p:nvSpPr>
          <p:spPr bwMode="auto">
            <a:xfrm>
              <a:off x="5476938" y="4954536"/>
              <a:ext cx="66675" cy="66675"/>
            </a:xfrm>
            <a:custGeom>
              <a:avLst/>
              <a:gdLst>
                <a:gd name="connsiteX0" fmla="*/ 7144 w 66675"/>
                <a:gd name="connsiteY0" fmla="*/ 35338 h 66675"/>
                <a:gd name="connsiteX1" fmla="*/ 33814 w 66675"/>
                <a:gd name="connsiteY1" fmla="*/ 7144 h 66675"/>
                <a:gd name="connsiteX2" fmla="*/ 59912 w 66675"/>
                <a:gd name="connsiteY2" fmla="*/ 36767 h 66675"/>
                <a:gd name="connsiteX3" fmla="*/ 59912 w 66675"/>
                <a:gd name="connsiteY3" fmla="*/ 40481 h 66675"/>
                <a:gd name="connsiteX4" fmla="*/ 24098 w 66675"/>
                <a:gd name="connsiteY4" fmla="*/ 40481 h 66675"/>
                <a:gd name="connsiteX5" fmla="*/ 36386 w 66675"/>
                <a:gd name="connsiteY5" fmla="*/ 49721 h 66675"/>
                <a:gd name="connsiteX6" fmla="*/ 47625 w 66675"/>
                <a:gd name="connsiteY6" fmla="*/ 44577 h 66675"/>
                <a:gd name="connsiteX7" fmla="*/ 57721 w 66675"/>
                <a:gd name="connsiteY7" fmla="*/ 54673 h 66675"/>
                <a:gd name="connsiteX8" fmla="*/ 34766 w 66675"/>
                <a:gd name="connsiteY8" fmla="*/ 63722 h 66675"/>
                <a:gd name="connsiteX9" fmla="*/ 7144 w 66675"/>
                <a:gd name="connsiteY9" fmla="*/ 35338 h 66675"/>
                <a:gd name="connsiteX10" fmla="*/ 43529 w 66675"/>
                <a:gd name="connsiteY10" fmla="*/ 29242 h 66675"/>
                <a:gd name="connsiteX11" fmla="*/ 33719 w 66675"/>
                <a:gd name="connsiteY11" fmla="*/ 19526 h 66675"/>
                <a:gd name="connsiteX12" fmla="*/ 23908 w 66675"/>
                <a:gd name="connsiteY12" fmla="*/ 29242 h 66675"/>
                <a:gd name="connsiteX13" fmla="*/ 43529 w 66675"/>
                <a:gd name="connsiteY13" fmla="*/ 2924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75" h="66675" extrusionOk="0">
                  <a:moveTo>
                    <a:pt x="7144" y="35338"/>
                  </a:moveTo>
                  <a:cubicBezTo>
                    <a:pt x="7144" y="18860"/>
                    <a:pt x="18193" y="7144"/>
                    <a:pt x="33814" y="7144"/>
                  </a:cubicBezTo>
                  <a:cubicBezTo>
                    <a:pt x="48578" y="7144"/>
                    <a:pt x="59912" y="16097"/>
                    <a:pt x="59912" y="36767"/>
                  </a:cubicBezTo>
                  <a:lnTo>
                    <a:pt x="59912" y="40481"/>
                  </a:lnTo>
                  <a:lnTo>
                    <a:pt x="24098" y="40481"/>
                  </a:lnTo>
                  <a:cubicBezTo>
                    <a:pt x="25241" y="47435"/>
                    <a:pt x="31337" y="49721"/>
                    <a:pt x="36386" y="49721"/>
                  </a:cubicBezTo>
                  <a:cubicBezTo>
                    <a:pt x="41338" y="49721"/>
                    <a:pt x="45720" y="47339"/>
                    <a:pt x="47625" y="44577"/>
                  </a:cubicBezTo>
                  <a:lnTo>
                    <a:pt x="57721" y="54673"/>
                  </a:lnTo>
                  <a:cubicBezTo>
                    <a:pt x="51149" y="60960"/>
                    <a:pt x="43720" y="63722"/>
                    <a:pt x="34766" y="63722"/>
                  </a:cubicBezTo>
                  <a:cubicBezTo>
                    <a:pt x="20574" y="63722"/>
                    <a:pt x="7144" y="53626"/>
                    <a:pt x="7144" y="35338"/>
                  </a:cubicBezTo>
                  <a:close/>
                  <a:moveTo>
                    <a:pt x="43529" y="29242"/>
                  </a:moveTo>
                  <a:cubicBezTo>
                    <a:pt x="42863" y="23241"/>
                    <a:pt x="39719" y="19526"/>
                    <a:pt x="33719" y="19526"/>
                  </a:cubicBezTo>
                  <a:cubicBezTo>
                    <a:pt x="28289" y="19526"/>
                    <a:pt x="24860" y="23717"/>
                    <a:pt x="23908" y="29242"/>
                  </a:cubicBezTo>
                  <a:lnTo>
                    <a:pt x="43529" y="292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0" name="Полилиния: фигура 169"/>
            <p:cNvSpPr/>
            <p:nvPr/>
          </p:nvSpPr>
          <p:spPr bwMode="auto">
            <a:xfrm>
              <a:off x="5540947" y="4955775"/>
              <a:ext cx="57150" cy="66675"/>
            </a:xfrm>
            <a:custGeom>
              <a:avLst/>
              <a:gdLst>
                <a:gd name="connsiteX0" fmla="*/ 7144 w 57150"/>
                <a:gd name="connsiteY0" fmla="*/ 61151 h 66675"/>
                <a:gd name="connsiteX1" fmla="*/ 7144 w 57150"/>
                <a:gd name="connsiteY1" fmla="*/ 7144 h 66675"/>
                <a:gd name="connsiteX2" fmla="*/ 35052 w 57150"/>
                <a:gd name="connsiteY2" fmla="*/ 7144 h 66675"/>
                <a:gd name="connsiteX3" fmla="*/ 54864 w 57150"/>
                <a:gd name="connsiteY3" fmla="*/ 21812 h 66675"/>
                <a:gd name="connsiteX4" fmla="*/ 46863 w 57150"/>
                <a:gd name="connsiteY4" fmla="*/ 32194 h 66675"/>
                <a:gd name="connsiteX5" fmla="*/ 46863 w 57150"/>
                <a:gd name="connsiteY5" fmla="*/ 32385 h 66675"/>
                <a:gd name="connsiteX6" fmla="*/ 57150 w 57150"/>
                <a:gd name="connsiteY6" fmla="*/ 45244 h 66675"/>
                <a:gd name="connsiteX7" fmla="*/ 37433 w 57150"/>
                <a:gd name="connsiteY7" fmla="*/ 61151 h 66675"/>
                <a:gd name="connsiteX8" fmla="*/ 7144 w 57150"/>
                <a:gd name="connsiteY8" fmla="*/ 61151 h 66675"/>
                <a:gd name="connsiteX9" fmla="*/ 31623 w 57150"/>
                <a:gd name="connsiteY9" fmla="*/ 29528 h 66675"/>
                <a:gd name="connsiteX10" fmla="*/ 38671 w 57150"/>
                <a:gd name="connsiteY10" fmla="*/ 23908 h 66675"/>
                <a:gd name="connsiteX11" fmla="*/ 31623 w 57150"/>
                <a:gd name="connsiteY11" fmla="*/ 18574 h 66675"/>
                <a:gd name="connsiteX12" fmla="*/ 22765 w 57150"/>
                <a:gd name="connsiteY12" fmla="*/ 18574 h 66675"/>
                <a:gd name="connsiteX13" fmla="*/ 22765 w 57150"/>
                <a:gd name="connsiteY13" fmla="*/ 29623 h 66675"/>
                <a:gd name="connsiteX14" fmla="*/ 31623 w 57150"/>
                <a:gd name="connsiteY14" fmla="*/ 29623 h 66675"/>
                <a:gd name="connsiteX15" fmla="*/ 34480 w 57150"/>
                <a:gd name="connsiteY15" fmla="*/ 49816 h 66675"/>
                <a:gd name="connsiteX16" fmla="*/ 40386 w 57150"/>
                <a:gd name="connsiteY16" fmla="*/ 45148 h 66675"/>
                <a:gd name="connsiteX17" fmla="*/ 34480 w 57150"/>
                <a:gd name="connsiteY17" fmla="*/ 40005 h 66675"/>
                <a:gd name="connsiteX18" fmla="*/ 22765 w 57150"/>
                <a:gd name="connsiteY18" fmla="*/ 40005 h 66675"/>
                <a:gd name="connsiteX19" fmla="*/ 22765 w 57150"/>
                <a:gd name="connsiteY19" fmla="*/ 49816 h 66675"/>
                <a:gd name="connsiteX20" fmla="*/ 34480 w 57150"/>
                <a:gd name="connsiteY20" fmla="*/ 4981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66675" extrusionOk="0">
                  <a:moveTo>
                    <a:pt x="7144" y="61151"/>
                  </a:moveTo>
                  <a:lnTo>
                    <a:pt x="7144" y="7144"/>
                  </a:lnTo>
                  <a:lnTo>
                    <a:pt x="35052" y="7144"/>
                  </a:lnTo>
                  <a:cubicBezTo>
                    <a:pt x="45625" y="7144"/>
                    <a:pt x="54864" y="11144"/>
                    <a:pt x="54864" y="21812"/>
                  </a:cubicBezTo>
                  <a:cubicBezTo>
                    <a:pt x="54864" y="26765"/>
                    <a:pt x="51054" y="31052"/>
                    <a:pt x="46863" y="32194"/>
                  </a:cubicBezTo>
                  <a:lnTo>
                    <a:pt x="46863" y="32385"/>
                  </a:lnTo>
                  <a:cubicBezTo>
                    <a:pt x="53150" y="34100"/>
                    <a:pt x="57150" y="38576"/>
                    <a:pt x="57150" y="45244"/>
                  </a:cubicBezTo>
                  <a:cubicBezTo>
                    <a:pt x="57150" y="53150"/>
                    <a:pt x="51245" y="61151"/>
                    <a:pt x="37433" y="61151"/>
                  </a:cubicBezTo>
                  <a:lnTo>
                    <a:pt x="7144" y="61151"/>
                  </a:lnTo>
                  <a:close/>
                  <a:moveTo>
                    <a:pt x="31623" y="29528"/>
                  </a:moveTo>
                  <a:cubicBezTo>
                    <a:pt x="35624" y="29528"/>
                    <a:pt x="38671" y="27908"/>
                    <a:pt x="38671" y="23908"/>
                  </a:cubicBezTo>
                  <a:cubicBezTo>
                    <a:pt x="38671" y="19812"/>
                    <a:pt x="35528" y="18574"/>
                    <a:pt x="31623" y="18574"/>
                  </a:cubicBezTo>
                  <a:lnTo>
                    <a:pt x="22765" y="18574"/>
                  </a:lnTo>
                  <a:lnTo>
                    <a:pt x="22765" y="29623"/>
                  </a:lnTo>
                  <a:lnTo>
                    <a:pt x="31623" y="29623"/>
                  </a:lnTo>
                  <a:close/>
                  <a:moveTo>
                    <a:pt x="34480" y="49816"/>
                  </a:moveTo>
                  <a:cubicBezTo>
                    <a:pt x="38862" y="49816"/>
                    <a:pt x="40386" y="47530"/>
                    <a:pt x="40386" y="45148"/>
                  </a:cubicBezTo>
                  <a:cubicBezTo>
                    <a:pt x="40386" y="42577"/>
                    <a:pt x="38862" y="40005"/>
                    <a:pt x="34480" y="40005"/>
                  </a:cubicBezTo>
                  <a:lnTo>
                    <a:pt x="22765" y="40005"/>
                  </a:lnTo>
                  <a:lnTo>
                    <a:pt x="22765" y="49816"/>
                  </a:lnTo>
                  <a:lnTo>
                    <a:pt x="34480" y="4981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1" name="Полилиния: фигура 170"/>
            <p:cNvSpPr/>
            <p:nvPr/>
          </p:nvSpPr>
          <p:spPr bwMode="auto">
            <a:xfrm>
              <a:off x="5598573" y="4954536"/>
              <a:ext cx="66675" cy="66675"/>
            </a:xfrm>
            <a:custGeom>
              <a:avLst/>
              <a:gdLst>
                <a:gd name="connsiteX0" fmla="*/ 7144 w 66675"/>
                <a:gd name="connsiteY0" fmla="*/ 35243 h 66675"/>
                <a:gd name="connsiteX1" fmla="*/ 34862 w 66675"/>
                <a:gd name="connsiteY1" fmla="*/ 7144 h 66675"/>
                <a:gd name="connsiteX2" fmla="*/ 62484 w 66675"/>
                <a:gd name="connsiteY2" fmla="*/ 35243 h 66675"/>
                <a:gd name="connsiteX3" fmla="*/ 34862 w 66675"/>
                <a:gd name="connsiteY3" fmla="*/ 63722 h 66675"/>
                <a:gd name="connsiteX4" fmla="*/ 7144 w 66675"/>
                <a:gd name="connsiteY4" fmla="*/ 35243 h 66675"/>
                <a:gd name="connsiteX5" fmla="*/ 46196 w 66675"/>
                <a:gd name="connsiteY5" fmla="*/ 35243 h 66675"/>
                <a:gd name="connsiteX6" fmla="*/ 34862 w 66675"/>
                <a:gd name="connsiteY6" fmla="*/ 21050 h 66675"/>
                <a:gd name="connsiteX7" fmla="*/ 23431 w 66675"/>
                <a:gd name="connsiteY7" fmla="*/ 35243 h 66675"/>
                <a:gd name="connsiteX8" fmla="*/ 34862 w 66675"/>
                <a:gd name="connsiteY8" fmla="*/ 49816 h 66675"/>
                <a:gd name="connsiteX9" fmla="*/ 46196 w 66675"/>
                <a:gd name="connsiteY9" fmla="*/ 3524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66675" extrusionOk="0">
                  <a:moveTo>
                    <a:pt x="7144" y="35243"/>
                  </a:moveTo>
                  <a:cubicBezTo>
                    <a:pt x="7144" y="18764"/>
                    <a:pt x="18479" y="7144"/>
                    <a:pt x="34862" y="7144"/>
                  </a:cubicBezTo>
                  <a:cubicBezTo>
                    <a:pt x="50959" y="7144"/>
                    <a:pt x="62484" y="18764"/>
                    <a:pt x="62484" y="35243"/>
                  </a:cubicBezTo>
                  <a:cubicBezTo>
                    <a:pt x="62484" y="52007"/>
                    <a:pt x="51054" y="63722"/>
                    <a:pt x="34862" y="63722"/>
                  </a:cubicBezTo>
                  <a:cubicBezTo>
                    <a:pt x="18479" y="63722"/>
                    <a:pt x="7144" y="52007"/>
                    <a:pt x="7144" y="35243"/>
                  </a:cubicBezTo>
                  <a:close/>
                  <a:moveTo>
                    <a:pt x="46196" y="35243"/>
                  </a:moveTo>
                  <a:cubicBezTo>
                    <a:pt x="46196" y="26860"/>
                    <a:pt x="41910" y="21050"/>
                    <a:pt x="34862" y="21050"/>
                  </a:cubicBezTo>
                  <a:cubicBezTo>
                    <a:pt x="27813" y="21050"/>
                    <a:pt x="23431" y="26956"/>
                    <a:pt x="23431" y="35243"/>
                  </a:cubicBezTo>
                  <a:cubicBezTo>
                    <a:pt x="23431" y="43339"/>
                    <a:pt x="27813" y="49816"/>
                    <a:pt x="34862" y="49816"/>
                  </a:cubicBezTo>
                  <a:cubicBezTo>
                    <a:pt x="41910" y="49816"/>
                    <a:pt x="46196" y="43339"/>
                    <a:pt x="46196" y="352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2" name="Полилиния: фигура 171"/>
            <p:cNvSpPr/>
            <p:nvPr/>
          </p:nvSpPr>
          <p:spPr bwMode="auto">
            <a:xfrm>
              <a:off x="5659056" y="4954536"/>
              <a:ext cx="57150" cy="66675"/>
            </a:xfrm>
            <a:custGeom>
              <a:avLst/>
              <a:gdLst>
                <a:gd name="connsiteX0" fmla="*/ 7144 w 57150"/>
                <a:gd name="connsiteY0" fmla="*/ 56198 h 66675"/>
                <a:gd name="connsiteX1" fmla="*/ 17050 w 57150"/>
                <a:gd name="connsiteY1" fmla="*/ 46387 h 66675"/>
                <a:gd name="connsiteX2" fmla="*/ 31147 w 57150"/>
                <a:gd name="connsiteY2" fmla="*/ 50959 h 66675"/>
                <a:gd name="connsiteX3" fmla="*/ 40100 w 57150"/>
                <a:gd name="connsiteY3" fmla="*/ 46196 h 66675"/>
                <a:gd name="connsiteX4" fmla="*/ 29908 w 57150"/>
                <a:gd name="connsiteY4" fmla="*/ 41624 h 66675"/>
                <a:gd name="connsiteX5" fmla="*/ 23717 w 57150"/>
                <a:gd name="connsiteY5" fmla="*/ 41624 h 66675"/>
                <a:gd name="connsiteX6" fmla="*/ 23717 w 57150"/>
                <a:gd name="connsiteY6" fmla="*/ 29242 h 66675"/>
                <a:gd name="connsiteX7" fmla="*/ 30671 w 57150"/>
                <a:gd name="connsiteY7" fmla="*/ 29242 h 66675"/>
                <a:gd name="connsiteX8" fmla="*/ 39148 w 57150"/>
                <a:gd name="connsiteY8" fmla="*/ 24384 h 66675"/>
                <a:gd name="connsiteX9" fmla="*/ 32671 w 57150"/>
                <a:gd name="connsiteY9" fmla="*/ 20003 h 66675"/>
                <a:gd name="connsiteX10" fmla="*/ 18860 w 57150"/>
                <a:gd name="connsiteY10" fmla="*/ 23241 h 66675"/>
                <a:gd name="connsiteX11" fmla="*/ 9430 w 57150"/>
                <a:gd name="connsiteY11" fmla="*/ 13811 h 66675"/>
                <a:gd name="connsiteX12" fmla="*/ 32957 w 57150"/>
                <a:gd name="connsiteY12" fmla="*/ 7144 h 66675"/>
                <a:gd name="connsiteX13" fmla="*/ 54483 w 57150"/>
                <a:gd name="connsiteY13" fmla="*/ 23051 h 66675"/>
                <a:gd name="connsiteX14" fmla="*/ 47244 w 57150"/>
                <a:gd name="connsiteY14" fmla="*/ 34957 h 66675"/>
                <a:gd name="connsiteX15" fmla="*/ 47244 w 57150"/>
                <a:gd name="connsiteY15" fmla="*/ 35147 h 66675"/>
                <a:gd name="connsiteX16" fmla="*/ 56293 w 57150"/>
                <a:gd name="connsiteY16" fmla="*/ 47054 h 66675"/>
                <a:gd name="connsiteX17" fmla="*/ 31909 w 57150"/>
                <a:gd name="connsiteY17" fmla="*/ 63722 h 66675"/>
                <a:gd name="connsiteX18" fmla="*/ 7144 w 57150"/>
                <a:gd name="connsiteY18" fmla="*/ 5619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7150" h="66675" extrusionOk="0">
                  <a:moveTo>
                    <a:pt x="7144" y="56198"/>
                  </a:moveTo>
                  <a:lnTo>
                    <a:pt x="17050" y="46387"/>
                  </a:lnTo>
                  <a:cubicBezTo>
                    <a:pt x="20479" y="49054"/>
                    <a:pt x="28099" y="50959"/>
                    <a:pt x="31147" y="50959"/>
                  </a:cubicBezTo>
                  <a:cubicBezTo>
                    <a:pt x="35624" y="50959"/>
                    <a:pt x="40100" y="49911"/>
                    <a:pt x="40100" y="46196"/>
                  </a:cubicBezTo>
                  <a:cubicBezTo>
                    <a:pt x="40100" y="42863"/>
                    <a:pt x="37243" y="41624"/>
                    <a:pt x="29908" y="41624"/>
                  </a:cubicBezTo>
                  <a:lnTo>
                    <a:pt x="23717" y="41624"/>
                  </a:lnTo>
                  <a:lnTo>
                    <a:pt x="23717" y="29242"/>
                  </a:lnTo>
                  <a:lnTo>
                    <a:pt x="30671" y="29242"/>
                  </a:lnTo>
                  <a:cubicBezTo>
                    <a:pt x="37624" y="29242"/>
                    <a:pt x="39148" y="26575"/>
                    <a:pt x="39148" y="24384"/>
                  </a:cubicBezTo>
                  <a:cubicBezTo>
                    <a:pt x="39148" y="21050"/>
                    <a:pt x="36290" y="20003"/>
                    <a:pt x="32671" y="20003"/>
                  </a:cubicBezTo>
                  <a:cubicBezTo>
                    <a:pt x="27527" y="20003"/>
                    <a:pt x="20955" y="22289"/>
                    <a:pt x="18860" y="23241"/>
                  </a:cubicBezTo>
                  <a:lnTo>
                    <a:pt x="9430" y="13811"/>
                  </a:lnTo>
                  <a:cubicBezTo>
                    <a:pt x="16574" y="8858"/>
                    <a:pt x="26670" y="7144"/>
                    <a:pt x="32957" y="7144"/>
                  </a:cubicBezTo>
                  <a:cubicBezTo>
                    <a:pt x="45053" y="7144"/>
                    <a:pt x="54483" y="13621"/>
                    <a:pt x="54483" y="23051"/>
                  </a:cubicBezTo>
                  <a:cubicBezTo>
                    <a:pt x="54483" y="27623"/>
                    <a:pt x="51816" y="32099"/>
                    <a:pt x="47244" y="34957"/>
                  </a:cubicBezTo>
                  <a:lnTo>
                    <a:pt x="47244" y="35147"/>
                  </a:lnTo>
                  <a:cubicBezTo>
                    <a:pt x="52197" y="36957"/>
                    <a:pt x="56293" y="41529"/>
                    <a:pt x="56293" y="47054"/>
                  </a:cubicBezTo>
                  <a:cubicBezTo>
                    <a:pt x="56293" y="57912"/>
                    <a:pt x="45149" y="63722"/>
                    <a:pt x="31909" y="63722"/>
                  </a:cubicBezTo>
                  <a:cubicBezTo>
                    <a:pt x="21050" y="63722"/>
                    <a:pt x="13145" y="60389"/>
                    <a:pt x="7144" y="5619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3" name="Полилиния: фигура 172"/>
            <p:cNvSpPr/>
            <p:nvPr/>
          </p:nvSpPr>
          <p:spPr bwMode="auto">
            <a:xfrm>
              <a:off x="5716111" y="4954536"/>
              <a:ext cx="66675" cy="66675"/>
            </a:xfrm>
            <a:custGeom>
              <a:avLst/>
              <a:gdLst>
                <a:gd name="connsiteX0" fmla="*/ 7144 w 66675"/>
                <a:gd name="connsiteY0" fmla="*/ 35243 h 66675"/>
                <a:gd name="connsiteX1" fmla="*/ 34862 w 66675"/>
                <a:gd name="connsiteY1" fmla="*/ 7144 h 66675"/>
                <a:gd name="connsiteX2" fmla="*/ 62484 w 66675"/>
                <a:gd name="connsiteY2" fmla="*/ 35243 h 66675"/>
                <a:gd name="connsiteX3" fmla="*/ 34862 w 66675"/>
                <a:gd name="connsiteY3" fmla="*/ 63722 h 66675"/>
                <a:gd name="connsiteX4" fmla="*/ 7144 w 66675"/>
                <a:gd name="connsiteY4" fmla="*/ 35243 h 66675"/>
                <a:gd name="connsiteX5" fmla="*/ 46196 w 66675"/>
                <a:gd name="connsiteY5" fmla="*/ 35243 h 66675"/>
                <a:gd name="connsiteX6" fmla="*/ 34862 w 66675"/>
                <a:gd name="connsiteY6" fmla="*/ 21050 h 66675"/>
                <a:gd name="connsiteX7" fmla="*/ 23432 w 66675"/>
                <a:gd name="connsiteY7" fmla="*/ 35243 h 66675"/>
                <a:gd name="connsiteX8" fmla="*/ 34862 w 66675"/>
                <a:gd name="connsiteY8" fmla="*/ 49816 h 66675"/>
                <a:gd name="connsiteX9" fmla="*/ 46196 w 66675"/>
                <a:gd name="connsiteY9" fmla="*/ 3524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66675" extrusionOk="0">
                  <a:moveTo>
                    <a:pt x="7144" y="35243"/>
                  </a:moveTo>
                  <a:cubicBezTo>
                    <a:pt x="7144" y="18764"/>
                    <a:pt x="18479" y="7144"/>
                    <a:pt x="34862" y="7144"/>
                  </a:cubicBezTo>
                  <a:cubicBezTo>
                    <a:pt x="50959" y="7144"/>
                    <a:pt x="62484" y="18764"/>
                    <a:pt x="62484" y="35243"/>
                  </a:cubicBezTo>
                  <a:cubicBezTo>
                    <a:pt x="62484" y="52007"/>
                    <a:pt x="51054" y="63722"/>
                    <a:pt x="34862" y="63722"/>
                  </a:cubicBezTo>
                  <a:cubicBezTo>
                    <a:pt x="18479" y="63722"/>
                    <a:pt x="7144" y="52007"/>
                    <a:pt x="7144" y="35243"/>
                  </a:cubicBezTo>
                  <a:close/>
                  <a:moveTo>
                    <a:pt x="46196" y="35243"/>
                  </a:moveTo>
                  <a:cubicBezTo>
                    <a:pt x="46196" y="26860"/>
                    <a:pt x="41910" y="21050"/>
                    <a:pt x="34862" y="21050"/>
                  </a:cubicBezTo>
                  <a:cubicBezTo>
                    <a:pt x="27813" y="21050"/>
                    <a:pt x="23432" y="26956"/>
                    <a:pt x="23432" y="35243"/>
                  </a:cubicBezTo>
                  <a:cubicBezTo>
                    <a:pt x="23432" y="43339"/>
                    <a:pt x="27813" y="49816"/>
                    <a:pt x="34862" y="49816"/>
                  </a:cubicBezTo>
                  <a:cubicBezTo>
                    <a:pt x="41910" y="49816"/>
                    <a:pt x="46196" y="43339"/>
                    <a:pt x="46196" y="352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4" name="Полилиния: фигура 173"/>
            <p:cNvSpPr/>
            <p:nvPr/>
          </p:nvSpPr>
          <p:spPr bwMode="auto">
            <a:xfrm>
              <a:off x="5782881" y="4955775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22765 w 57150"/>
                <a:gd name="connsiteY1" fmla="*/ 7144 h 66675"/>
                <a:gd name="connsiteX2" fmla="*/ 22765 w 57150"/>
                <a:gd name="connsiteY2" fmla="*/ 27527 h 66675"/>
                <a:gd name="connsiteX3" fmla="*/ 25146 w 57150"/>
                <a:gd name="connsiteY3" fmla="*/ 27527 h 66675"/>
                <a:gd name="connsiteX4" fmla="*/ 37910 w 57150"/>
                <a:gd name="connsiteY4" fmla="*/ 7144 h 66675"/>
                <a:gd name="connsiteX5" fmla="*/ 55817 w 57150"/>
                <a:gd name="connsiteY5" fmla="*/ 7144 h 66675"/>
                <a:gd name="connsiteX6" fmla="*/ 38481 w 57150"/>
                <a:gd name="connsiteY6" fmla="*/ 33909 h 66675"/>
                <a:gd name="connsiteX7" fmla="*/ 57912 w 57150"/>
                <a:gd name="connsiteY7" fmla="*/ 61151 h 66675"/>
                <a:gd name="connsiteX8" fmla="*/ 38862 w 57150"/>
                <a:gd name="connsiteY8" fmla="*/ 61151 h 66675"/>
                <a:gd name="connsiteX9" fmla="*/ 24575 w 57150"/>
                <a:gd name="connsiteY9" fmla="*/ 40577 h 66675"/>
                <a:gd name="connsiteX10" fmla="*/ 22860 w 57150"/>
                <a:gd name="connsiteY10" fmla="*/ 40577 h 66675"/>
                <a:gd name="connsiteX11" fmla="*/ 22860 w 57150"/>
                <a:gd name="connsiteY11" fmla="*/ 61151 h 66675"/>
                <a:gd name="connsiteX12" fmla="*/ 7239 w 57150"/>
                <a:gd name="connsiteY12" fmla="*/ 61151 h 66675"/>
                <a:gd name="connsiteX13" fmla="*/ 7239 w 57150"/>
                <a:gd name="connsiteY13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7150" h="66675" extrusionOk="0">
                  <a:moveTo>
                    <a:pt x="7144" y="7144"/>
                  </a:moveTo>
                  <a:lnTo>
                    <a:pt x="22765" y="7144"/>
                  </a:lnTo>
                  <a:lnTo>
                    <a:pt x="22765" y="27527"/>
                  </a:lnTo>
                  <a:lnTo>
                    <a:pt x="25146" y="27527"/>
                  </a:lnTo>
                  <a:lnTo>
                    <a:pt x="37910" y="7144"/>
                  </a:lnTo>
                  <a:lnTo>
                    <a:pt x="55817" y="7144"/>
                  </a:lnTo>
                  <a:lnTo>
                    <a:pt x="38481" y="33909"/>
                  </a:lnTo>
                  <a:lnTo>
                    <a:pt x="57912" y="61151"/>
                  </a:lnTo>
                  <a:lnTo>
                    <a:pt x="38862" y="61151"/>
                  </a:lnTo>
                  <a:lnTo>
                    <a:pt x="24575" y="40577"/>
                  </a:lnTo>
                  <a:lnTo>
                    <a:pt x="22860" y="40577"/>
                  </a:lnTo>
                  <a:lnTo>
                    <a:pt x="22860" y="61151"/>
                  </a:lnTo>
                  <a:lnTo>
                    <a:pt x="7239" y="61151"/>
                  </a:lnTo>
                  <a:lnTo>
                    <a:pt x="7239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5" name="Полилиния: фигура 174"/>
            <p:cNvSpPr/>
            <p:nvPr/>
          </p:nvSpPr>
          <p:spPr bwMode="auto">
            <a:xfrm>
              <a:off x="4874482" y="4752702"/>
              <a:ext cx="342900" cy="409575"/>
            </a:xfrm>
            <a:custGeom>
              <a:avLst/>
              <a:gdLst>
                <a:gd name="connsiteX0" fmla="*/ 78867 w 342900"/>
                <a:gd name="connsiteY0" fmla="*/ 281083 h 409575"/>
                <a:gd name="connsiteX1" fmla="*/ 74771 w 342900"/>
                <a:gd name="connsiteY1" fmla="*/ 271272 h 409575"/>
                <a:gd name="connsiteX2" fmla="*/ 34195 w 342900"/>
                <a:gd name="connsiteY2" fmla="*/ 173260 h 409575"/>
                <a:gd name="connsiteX3" fmla="*/ 173260 w 342900"/>
                <a:gd name="connsiteY3" fmla="*/ 34195 h 409575"/>
                <a:gd name="connsiteX4" fmla="*/ 312325 w 342900"/>
                <a:gd name="connsiteY4" fmla="*/ 173260 h 409575"/>
                <a:gd name="connsiteX5" fmla="*/ 271558 w 342900"/>
                <a:gd name="connsiteY5" fmla="*/ 271558 h 409575"/>
                <a:gd name="connsiteX6" fmla="*/ 154115 w 342900"/>
                <a:gd name="connsiteY6" fmla="*/ 389001 h 409575"/>
                <a:gd name="connsiteX7" fmla="*/ 173260 w 342900"/>
                <a:gd name="connsiteY7" fmla="*/ 408146 h 409575"/>
                <a:gd name="connsiteX8" fmla="*/ 290798 w 342900"/>
                <a:gd name="connsiteY8" fmla="*/ 290608 h 409575"/>
                <a:gd name="connsiteX9" fmla="*/ 339376 w 342900"/>
                <a:gd name="connsiteY9" fmla="*/ 173260 h 409575"/>
                <a:gd name="connsiteX10" fmla="*/ 173260 w 342900"/>
                <a:gd name="connsiteY10" fmla="*/ 7144 h 409575"/>
                <a:gd name="connsiteX11" fmla="*/ 7144 w 342900"/>
                <a:gd name="connsiteY11" fmla="*/ 173260 h 409575"/>
                <a:gd name="connsiteX12" fmla="*/ 55626 w 342900"/>
                <a:gd name="connsiteY12" fmla="*/ 290513 h 409575"/>
                <a:gd name="connsiteX13" fmla="*/ 65342 w 342900"/>
                <a:gd name="connsiteY13" fmla="*/ 294513 h 409575"/>
                <a:gd name="connsiteX14" fmla="*/ 78867 w 342900"/>
                <a:gd name="connsiteY14" fmla="*/ 281083 h 40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2900" h="409575" extrusionOk="0">
                  <a:moveTo>
                    <a:pt x="78867" y="281083"/>
                  </a:moveTo>
                  <a:cubicBezTo>
                    <a:pt x="78867" y="277273"/>
                    <a:pt x="77248" y="273844"/>
                    <a:pt x="74771" y="271272"/>
                  </a:cubicBezTo>
                  <a:cubicBezTo>
                    <a:pt x="49816" y="246317"/>
                    <a:pt x="34195" y="211455"/>
                    <a:pt x="34195" y="173260"/>
                  </a:cubicBezTo>
                  <a:cubicBezTo>
                    <a:pt x="34195" y="96584"/>
                    <a:pt x="96583" y="34195"/>
                    <a:pt x="173260" y="34195"/>
                  </a:cubicBezTo>
                  <a:cubicBezTo>
                    <a:pt x="249936" y="34195"/>
                    <a:pt x="312325" y="96584"/>
                    <a:pt x="312325" y="173260"/>
                  </a:cubicBezTo>
                  <a:cubicBezTo>
                    <a:pt x="312325" y="211646"/>
                    <a:pt x="296704" y="246412"/>
                    <a:pt x="271558" y="271558"/>
                  </a:cubicBezTo>
                  <a:lnTo>
                    <a:pt x="154115" y="389001"/>
                  </a:lnTo>
                  <a:lnTo>
                    <a:pt x="173260" y="408146"/>
                  </a:lnTo>
                  <a:lnTo>
                    <a:pt x="290798" y="290608"/>
                  </a:lnTo>
                  <a:cubicBezTo>
                    <a:pt x="320802" y="260509"/>
                    <a:pt x="339376" y="219075"/>
                    <a:pt x="339376" y="173260"/>
                  </a:cubicBezTo>
                  <a:cubicBezTo>
                    <a:pt x="339376" y="81534"/>
                    <a:pt x="264986" y="7144"/>
                    <a:pt x="173260" y="7144"/>
                  </a:cubicBezTo>
                  <a:cubicBezTo>
                    <a:pt x="81534" y="7144"/>
                    <a:pt x="7144" y="81534"/>
                    <a:pt x="7144" y="173260"/>
                  </a:cubicBezTo>
                  <a:cubicBezTo>
                    <a:pt x="7144" y="219075"/>
                    <a:pt x="25717" y="260604"/>
                    <a:pt x="55626" y="290513"/>
                  </a:cubicBezTo>
                  <a:cubicBezTo>
                    <a:pt x="58198" y="293084"/>
                    <a:pt x="61532" y="294513"/>
                    <a:pt x="65342" y="294513"/>
                  </a:cubicBezTo>
                  <a:cubicBezTo>
                    <a:pt x="72771" y="294513"/>
                    <a:pt x="78867" y="288512"/>
                    <a:pt x="78867" y="28108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6" name="Полилиния: фигура 175"/>
            <p:cNvSpPr/>
            <p:nvPr/>
          </p:nvSpPr>
          <p:spPr bwMode="auto">
            <a:xfrm>
              <a:off x="5078031" y="4879384"/>
              <a:ext cx="19050" cy="19050"/>
            </a:xfrm>
            <a:custGeom>
              <a:avLst/>
              <a:gdLst>
                <a:gd name="connsiteX0" fmla="*/ 13145 w 19050"/>
                <a:gd name="connsiteY0" fmla="*/ 19145 h 19050"/>
                <a:gd name="connsiteX1" fmla="*/ 19145 w 19050"/>
                <a:gd name="connsiteY1" fmla="*/ 13144 h 19050"/>
                <a:gd name="connsiteX2" fmla="*/ 13145 w 19050"/>
                <a:gd name="connsiteY2" fmla="*/ 7144 h 19050"/>
                <a:gd name="connsiteX3" fmla="*/ 7144 w 19050"/>
                <a:gd name="connsiteY3" fmla="*/ 13144 h 19050"/>
                <a:gd name="connsiteX4" fmla="*/ 13145 w 19050"/>
                <a:gd name="connsiteY4" fmla="*/ 1914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extrusionOk="0">
                  <a:moveTo>
                    <a:pt x="13145" y="19145"/>
                  </a:moveTo>
                  <a:cubicBezTo>
                    <a:pt x="16478" y="19145"/>
                    <a:pt x="19145" y="16478"/>
                    <a:pt x="19145" y="13144"/>
                  </a:cubicBezTo>
                  <a:cubicBezTo>
                    <a:pt x="19145" y="9811"/>
                    <a:pt x="16478" y="7144"/>
                    <a:pt x="13145" y="7144"/>
                  </a:cubicBezTo>
                  <a:cubicBezTo>
                    <a:pt x="9811" y="7144"/>
                    <a:pt x="7144" y="9811"/>
                    <a:pt x="7144" y="13144"/>
                  </a:cubicBezTo>
                  <a:cubicBezTo>
                    <a:pt x="7144" y="16478"/>
                    <a:pt x="9811" y="19145"/>
                    <a:pt x="13145" y="1914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7" name="Полилиния: фигура 176"/>
            <p:cNvSpPr/>
            <p:nvPr/>
          </p:nvSpPr>
          <p:spPr bwMode="auto">
            <a:xfrm>
              <a:off x="4945348" y="4842713"/>
              <a:ext cx="200025" cy="171450"/>
            </a:xfrm>
            <a:custGeom>
              <a:avLst/>
              <a:gdLst>
                <a:gd name="connsiteX0" fmla="*/ 157543 w 200025"/>
                <a:gd name="connsiteY0" fmla="*/ 105632 h 171450"/>
                <a:gd name="connsiteX1" fmla="*/ 175165 w 200025"/>
                <a:gd name="connsiteY1" fmla="*/ 78772 h 171450"/>
                <a:gd name="connsiteX2" fmla="*/ 174688 w 200025"/>
                <a:gd name="connsiteY2" fmla="*/ 73819 h 171450"/>
                <a:gd name="connsiteX3" fmla="*/ 181451 w 200025"/>
                <a:gd name="connsiteY3" fmla="*/ 62579 h 171450"/>
                <a:gd name="connsiteX4" fmla="*/ 181451 w 200025"/>
                <a:gd name="connsiteY4" fmla="*/ 58293 h 171450"/>
                <a:gd name="connsiteX5" fmla="*/ 155924 w 200025"/>
                <a:gd name="connsiteY5" fmla="*/ 35433 h 171450"/>
                <a:gd name="connsiteX6" fmla="*/ 155924 w 200025"/>
                <a:gd name="connsiteY6" fmla="*/ 21146 h 171450"/>
                <a:gd name="connsiteX7" fmla="*/ 88106 w 200025"/>
                <a:gd name="connsiteY7" fmla="*/ 7144 h 171450"/>
                <a:gd name="connsiteX8" fmla="*/ 20288 w 200025"/>
                <a:gd name="connsiteY8" fmla="*/ 21146 h 171450"/>
                <a:gd name="connsiteX9" fmla="*/ 20288 w 200025"/>
                <a:gd name="connsiteY9" fmla="*/ 46101 h 171450"/>
                <a:gd name="connsiteX10" fmla="*/ 7144 w 200025"/>
                <a:gd name="connsiteY10" fmla="*/ 46101 h 171450"/>
                <a:gd name="connsiteX11" fmla="*/ 7144 w 200025"/>
                <a:gd name="connsiteY11" fmla="*/ 71438 h 171450"/>
                <a:gd name="connsiteX12" fmla="*/ 20288 w 200025"/>
                <a:gd name="connsiteY12" fmla="*/ 71438 h 171450"/>
                <a:gd name="connsiteX13" fmla="*/ 20288 w 200025"/>
                <a:gd name="connsiteY13" fmla="*/ 148590 h 171450"/>
                <a:gd name="connsiteX14" fmla="*/ 26384 w 200025"/>
                <a:gd name="connsiteY14" fmla="*/ 148590 h 171450"/>
                <a:gd name="connsiteX15" fmla="*/ 26384 w 200025"/>
                <a:gd name="connsiteY15" fmla="*/ 156305 h 171450"/>
                <a:gd name="connsiteX16" fmla="*/ 39243 w 200025"/>
                <a:gd name="connsiteY16" fmla="*/ 169164 h 171450"/>
                <a:gd name="connsiteX17" fmla="*/ 52102 w 200025"/>
                <a:gd name="connsiteY17" fmla="*/ 156305 h 171450"/>
                <a:gd name="connsiteX18" fmla="*/ 52102 w 200025"/>
                <a:gd name="connsiteY18" fmla="*/ 148590 h 171450"/>
                <a:gd name="connsiteX19" fmla="*/ 96107 w 200025"/>
                <a:gd name="connsiteY19" fmla="*/ 148590 h 171450"/>
                <a:gd name="connsiteX20" fmla="*/ 96107 w 200025"/>
                <a:gd name="connsiteY20" fmla="*/ 169355 h 171450"/>
                <a:gd name="connsiteX21" fmla="*/ 195548 w 200025"/>
                <a:gd name="connsiteY21" fmla="*/ 169355 h 171450"/>
                <a:gd name="connsiteX22" fmla="*/ 195548 w 200025"/>
                <a:gd name="connsiteY22" fmla="*/ 143732 h 171450"/>
                <a:gd name="connsiteX23" fmla="*/ 157543 w 200025"/>
                <a:gd name="connsiteY23" fmla="*/ 105632 h 171450"/>
                <a:gd name="connsiteX24" fmla="*/ 145828 w 200025"/>
                <a:gd name="connsiteY24" fmla="*/ 101251 h 171450"/>
                <a:gd name="connsiteX25" fmla="*/ 123349 w 200025"/>
                <a:gd name="connsiteY25" fmla="*/ 78772 h 171450"/>
                <a:gd name="connsiteX26" fmla="*/ 123539 w 200025"/>
                <a:gd name="connsiteY26" fmla="*/ 77438 h 171450"/>
                <a:gd name="connsiteX27" fmla="*/ 145828 w 200025"/>
                <a:gd name="connsiteY27" fmla="*/ 81439 h 171450"/>
                <a:gd name="connsiteX28" fmla="*/ 168116 w 200025"/>
                <a:gd name="connsiteY28" fmla="*/ 77438 h 171450"/>
                <a:gd name="connsiteX29" fmla="*/ 168307 w 200025"/>
                <a:gd name="connsiteY29" fmla="*/ 78772 h 171450"/>
                <a:gd name="connsiteX30" fmla="*/ 145828 w 200025"/>
                <a:gd name="connsiteY30" fmla="*/ 101251 h 171450"/>
                <a:gd name="connsiteX31" fmla="*/ 145828 w 200025"/>
                <a:gd name="connsiteY31" fmla="*/ 74486 h 171450"/>
                <a:gd name="connsiteX32" fmla="*/ 118015 w 200025"/>
                <a:gd name="connsiteY32" fmla="*/ 65056 h 171450"/>
                <a:gd name="connsiteX33" fmla="*/ 173641 w 200025"/>
                <a:gd name="connsiteY33" fmla="*/ 65056 h 171450"/>
                <a:gd name="connsiteX34" fmla="*/ 145828 w 200025"/>
                <a:gd name="connsiteY34" fmla="*/ 74486 h 171450"/>
                <a:gd name="connsiteX35" fmla="*/ 145828 w 200025"/>
                <a:gd name="connsiteY35" fmla="*/ 41339 h 171450"/>
                <a:gd name="connsiteX36" fmla="*/ 174498 w 200025"/>
                <a:gd name="connsiteY36" fmla="*/ 58103 h 171450"/>
                <a:gd name="connsiteX37" fmla="*/ 117158 w 200025"/>
                <a:gd name="connsiteY37" fmla="*/ 58103 h 171450"/>
                <a:gd name="connsiteX38" fmla="*/ 145828 w 200025"/>
                <a:gd name="connsiteY38" fmla="*/ 41339 h 171450"/>
                <a:gd name="connsiteX39" fmla="*/ 55721 w 200025"/>
                <a:gd name="connsiteY39" fmla="*/ 20669 h 171450"/>
                <a:gd name="connsiteX40" fmla="*/ 120682 w 200025"/>
                <a:gd name="connsiteY40" fmla="*/ 20669 h 171450"/>
                <a:gd name="connsiteX41" fmla="*/ 120682 w 200025"/>
                <a:gd name="connsiteY41" fmla="*/ 20669 h 171450"/>
                <a:gd name="connsiteX42" fmla="*/ 120682 w 200025"/>
                <a:gd name="connsiteY42" fmla="*/ 20669 h 171450"/>
                <a:gd name="connsiteX43" fmla="*/ 120682 w 200025"/>
                <a:gd name="connsiteY43" fmla="*/ 33814 h 171450"/>
                <a:gd name="connsiteX44" fmla="*/ 55721 w 200025"/>
                <a:gd name="connsiteY44" fmla="*/ 33814 h 171450"/>
                <a:gd name="connsiteX45" fmla="*/ 55721 w 200025"/>
                <a:gd name="connsiteY45" fmla="*/ 33814 h 171450"/>
                <a:gd name="connsiteX46" fmla="*/ 55721 w 200025"/>
                <a:gd name="connsiteY46" fmla="*/ 33814 h 171450"/>
                <a:gd name="connsiteX47" fmla="*/ 55721 w 200025"/>
                <a:gd name="connsiteY47" fmla="*/ 20669 h 171450"/>
                <a:gd name="connsiteX48" fmla="*/ 39243 w 200025"/>
                <a:gd name="connsiteY48" fmla="*/ 138589 h 171450"/>
                <a:gd name="connsiteX49" fmla="*/ 38862 w 200025"/>
                <a:gd name="connsiteY49" fmla="*/ 138494 h 171450"/>
                <a:gd name="connsiteX50" fmla="*/ 30766 w 200025"/>
                <a:gd name="connsiteY50" fmla="*/ 130112 h 171450"/>
                <a:gd name="connsiteX51" fmla="*/ 30766 w 200025"/>
                <a:gd name="connsiteY51" fmla="*/ 130112 h 171450"/>
                <a:gd name="connsiteX52" fmla="*/ 30766 w 200025"/>
                <a:gd name="connsiteY52" fmla="*/ 130112 h 171450"/>
                <a:gd name="connsiteX53" fmla="*/ 30861 w 200025"/>
                <a:gd name="connsiteY53" fmla="*/ 129826 h 171450"/>
                <a:gd name="connsiteX54" fmla="*/ 31433 w 200025"/>
                <a:gd name="connsiteY54" fmla="*/ 126778 h 171450"/>
                <a:gd name="connsiteX55" fmla="*/ 39243 w 200025"/>
                <a:gd name="connsiteY55" fmla="*/ 121634 h 171450"/>
                <a:gd name="connsiteX56" fmla="*/ 47720 w 200025"/>
                <a:gd name="connsiteY56" fmla="*/ 130112 h 171450"/>
                <a:gd name="connsiteX57" fmla="*/ 39243 w 200025"/>
                <a:gd name="connsiteY57" fmla="*/ 138589 h 171450"/>
                <a:gd name="connsiteX58" fmla="*/ 59817 w 200025"/>
                <a:gd name="connsiteY58" fmla="*/ 138589 h 171450"/>
                <a:gd name="connsiteX59" fmla="*/ 57721 w 200025"/>
                <a:gd name="connsiteY59" fmla="*/ 138208 h 171450"/>
                <a:gd name="connsiteX60" fmla="*/ 52006 w 200025"/>
                <a:gd name="connsiteY60" fmla="*/ 133445 h 171450"/>
                <a:gd name="connsiteX61" fmla="*/ 51340 w 200025"/>
                <a:gd name="connsiteY61" fmla="*/ 130112 h 171450"/>
                <a:gd name="connsiteX62" fmla="*/ 59817 w 200025"/>
                <a:gd name="connsiteY62" fmla="*/ 121634 h 171450"/>
                <a:gd name="connsiteX63" fmla="*/ 68294 w 200025"/>
                <a:gd name="connsiteY63" fmla="*/ 130112 h 171450"/>
                <a:gd name="connsiteX64" fmla="*/ 59817 w 200025"/>
                <a:gd name="connsiteY64" fmla="*/ 138589 h 171450"/>
                <a:gd name="connsiteX65" fmla="*/ 35528 w 200025"/>
                <a:gd name="connsiteY65" fmla="*/ 104013 h 171450"/>
                <a:gd name="connsiteX66" fmla="*/ 32004 w 200025"/>
                <a:gd name="connsiteY66" fmla="*/ 102394 h 171450"/>
                <a:gd name="connsiteX67" fmla="*/ 30766 w 200025"/>
                <a:gd name="connsiteY67" fmla="*/ 99251 h 171450"/>
                <a:gd name="connsiteX68" fmla="*/ 30766 w 200025"/>
                <a:gd name="connsiteY68" fmla="*/ 46101 h 171450"/>
                <a:gd name="connsiteX69" fmla="*/ 30766 w 200025"/>
                <a:gd name="connsiteY69" fmla="*/ 46101 h 171450"/>
                <a:gd name="connsiteX70" fmla="*/ 30766 w 200025"/>
                <a:gd name="connsiteY70" fmla="*/ 46101 h 171450"/>
                <a:gd name="connsiteX71" fmla="*/ 115157 w 200025"/>
                <a:gd name="connsiteY71" fmla="*/ 46101 h 171450"/>
                <a:gd name="connsiteX72" fmla="*/ 110204 w 200025"/>
                <a:gd name="connsiteY72" fmla="*/ 58293 h 171450"/>
                <a:gd name="connsiteX73" fmla="*/ 110204 w 200025"/>
                <a:gd name="connsiteY73" fmla="*/ 62579 h 171450"/>
                <a:gd name="connsiteX74" fmla="*/ 116967 w 200025"/>
                <a:gd name="connsiteY74" fmla="*/ 73819 h 171450"/>
                <a:gd name="connsiteX75" fmla="*/ 116396 w 200025"/>
                <a:gd name="connsiteY75" fmla="*/ 78772 h 171450"/>
                <a:gd name="connsiteX76" fmla="*/ 130969 w 200025"/>
                <a:gd name="connsiteY76" fmla="*/ 104013 h 171450"/>
                <a:gd name="connsiteX77" fmla="*/ 35528 w 200025"/>
                <a:gd name="connsiteY77" fmla="*/ 104013 h 171450"/>
                <a:gd name="connsiteX78" fmla="*/ 188595 w 200025"/>
                <a:gd name="connsiteY78" fmla="*/ 162401 h 171450"/>
                <a:gd name="connsiteX79" fmla="*/ 176022 w 200025"/>
                <a:gd name="connsiteY79" fmla="*/ 162401 h 171450"/>
                <a:gd name="connsiteX80" fmla="*/ 176022 w 200025"/>
                <a:gd name="connsiteY80" fmla="*/ 141161 h 171450"/>
                <a:gd name="connsiteX81" fmla="*/ 172593 w 200025"/>
                <a:gd name="connsiteY81" fmla="*/ 137732 h 171450"/>
                <a:gd name="connsiteX82" fmla="*/ 169164 w 200025"/>
                <a:gd name="connsiteY82" fmla="*/ 141161 h 171450"/>
                <a:gd name="connsiteX83" fmla="*/ 169164 w 200025"/>
                <a:gd name="connsiteY83" fmla="*/ 162401 h 171450"/>
                <a:gd name="connsiteX84" fmla="*/ 124111 w 200025"/>
                <a:gd name="connsiteY84" fmla="*/ 162401 h 171450"/>
                <a:gd name="connsiteX85" fmla="*/ 124111 w 200025"/>
                <a:gd name="connsiteY85" fmla="*/ 141161 h 171450"/>
                <a:gd name="connsiteX86" fmla="*/ 120682 w 200025"/>
                <a:gd name="connsiteY86" fmla="*/ 137732 h 171450"/>
                <a:gd name="connsiteX87" fmla="*/ 117253 w 200025"/>
                <a:gd name="connsiteY87" fmla="*/ 141161 h 171450"/>
                <a:gd name="connsiteX88" fmla="*/ 117253 w 200025"/>
                <a:gd name="connsiteY88" fmla="*/ 162401 h 171450"/>
                <a:gd name="connsiteX89" fmla="*/ 103156 w 200025"/>
                <a:gd name="connsiteY89" fmla="*/ 162401 h 171450"/>
                <a:gd name="connsiteX90" fmla="*/ 103156 w 200025"/>
                <a:gd name="connsiteY90" fmla="*/ 143732 h 171450"/>
                <a:gd name="connsiteX91" fmla="*/ 134303 w 200025"/>
                <a:gd name="connsiteY91" fmla="*/ 112586 h 171450"/>
                <a:gd name="connsiteX92" fmla="*/ 157543 w 200025"/>
                <a:gd name="connsiteY92" fmla="*/ 112586 h 171450"/>
                <a:gd name="connsiteX93" fmla="*/ 188690 w 200025"/>
                <a:gd name="connsiteY93" fmla="*/ 143732 h 171450"/>
                <a:gd name="connsiteX94" fmla="*/ 188690 w 200025"/>
                <a:gd name="connsiteY94" fmla="*/ 162401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200025" h="171450" extrusionOk="0">
                  <a:moveTo>
                    <a:pt x="157543" y="105632"/>
                  </a:moveTo>
                  <a:cubicBezTo>
                    <a:pt x="167926" y="101060"/>
                    <a:pt x="175165" y="90773"/>
                    <a:pt x="175165" y="78772"/>
                  </a:cubicBezTo>
                  <a:cubicBezTo>
                    <a:pt x="175165" y="77057"/>
                    <a:pt x="174974" y="75438"/>
                    <a:pt x="174688" y="73819"/>
                  </a:cubicBezTo>
                  <a:cubicBezTo>
                    <a:pt x="178879" y="70676"/>
                    <a:pt x="181451" y="66866"/>
                    <a:pt x="181451" y="62579"/>
                  </a:cubicBezTo>
                  <a:cubicBezTo>
                    <a:pt x="181451" y="62198"/>
                    <a:pt x="181451" y="59055"/>
                    <a:pt x="181451" y="58293"/>
                  </a:cubicBezTo>
                  <a:cubicBezTo>
                    <a:pt x="181451" y="47244"/>
                    <a:pt x="170783" y="38291"/>
                    <a:pt x="155924" y="35433"/>
                  </a:cubicBezTo>
                  <a:lnTo>
                    <a:pt x="155924" y="21146"/>
                  </a:lnTo>
                  <a:cubicBezTo>
                    <a:pt x="155924" y="13430"/>
                    <a:pt x="125539" y="7144"/>
                    <a:pt x="88106" y="7144"/>
                  </a:cubicBezTo>
                  <a:cubicBezTo>
                    <a:pt x="50673" y="7144"/>
                    <a:pt x="20288" y="13430"/>
                    <a:pt x="20288" y="21146"/>
                  </a:cubicBezTo>
                  <a:lnTo>
                    <a:pt x="20288" y="46101"/>
                  </a:lnTo>
                  <a:lnTo>
                    <a:pt x="7144" y="46101"/>
                  </a:lnTo>
                  <a:lnTo>
                    <a:pt x="7144" y="71438"/>
                  </a:lnTo>
                  <a:lnTo>
                    <a:pt x="20288" y="71438"/>
                  </a:lnTo>
                  <a:lnTo>
                    <a:pt x="20288" y="148590"/>
                  </a:lnTo>
                  <a:lnTo>
                    <a:pt x="26384" y="148590"/>
                  </a:lnTo>
                  <a:lnTo>
                    <a:pt x="26384" y="156305"/>
                  </a:lnTo>
                  <a:cubicBezTo>
                    <a:pt x="26384" y="163449"/>
                    <a:pt x="32099" y="169164"/>
                    <a:pt x="39243" y="169164"/>
                  </a:cubicBezTo>
                  <a:cubicBezTo>
                    <a:pt x="46292" y="169164"/>
                    <a:pt x="52102" y="163449"/>
                    <a:pt x="52102" y="156305"/>
                  </a:cubicBezTo>
                  <a:lnTo>
                    <a:pt x="52102" y="148590"/>
                  </a:lnTo>
                  <a:lnTo>
                    <a:pt x="96107" y="148590"/>
                  </a:lnTo>
                  <a:lnTo>
                    <a:pt x="96107" y="169355"/>
                  </a:lnTo>
                  <a:lnTo>
                    <a:pt x="195548" y="169355"/>
                  </a:lnTo>
                  <a:lnTo>
                    <a:pt x="195548" y="143732"/>
                  </a:lnTo>
                  <a:cubicBezTo>
                    <a:pt x="195548" y="122777"/>
                    <a:pt x="178499" y="105728"/>
                    <a:pt x="157543" y="105632"/>
                  </a:cubicBezTo>
                  <a:close/>
                  <a:moveTo>
                    <a:pt x="145828" y="101251"/>
                  </a:moveTo>
                  <a:cubicBezTo>
                    <a:pt x="133445" y="101251"/>
                    <a:pt x="123349" y="91154"/>
                    <a:pt x="123349" y="78772"/>
                  </a:cubicBezTo>
                  <a:cubicBezTo>
                    <a:pt x="123349" y="78296"/>
                    <a:pt x="123539" y="77915"/>
                    <a:pt x="123539" y="77438"/>
                  </a:cubicBezTo>
                  <a:cubicBezTo>
                    <a:pt x="129540" y="79915"/>
                    <a:pt x="137160" y="81439"/>
                    <a:pt x="145828" y="81439"/>
                  </a:cubicBezTo>
                  <a:cubicBezTo>
                    <a:pt x="154400" y="81439"/>
                    <a:pt x="162020" y="79915"/>
                    <a:pt x="168116" y="77438"/>
                  </a:cubicBezTo>
                  <a:cubicBezTo>
                    <a:pt x="168116" y="77915"/>
                    <a:pt x="168307" y="78296"/>
                    <a:pt x="168307" y="78772"/>
                  </a:cubicBezTo>
                  <a:cubicBezTo>
                    <a:pt x="168307" y="91154"/>
                    <a:pt x="158210" y="101251"/>
                    <a:pt x="145828" y="101251"/>
                  </a:cubicBezTo>
                  <a:close/>
                  <a:moveTo>
                    <a:pt x="145828" y="74486"/>
                  </a:moveTo>
                  <a:cubicBezTo>
                    <a:pt x="132017" y="74486"/>
                    <a:pt x="121063" y="70009"/>
                    <a:pt x="118015" y="65056"/>
                  </a:cubicBezTo>
                  <a:lnTo>
                    <a:pt x="173641" y="65056"/>
                  </a:lnTo>
                  <a:cubicBezTo>
                    <a:pt x="170783" y="69914"/>
                    <a:pt x="159829" y="74486"/>
                    <a:pt x="145828" y="74486"/>
                  </a:cubicBezTo>
                  <a:close/>
                  <a:moveTo>
                    <a:pt x="145828" y="41339"/>
                  </a:moveTo>
                  <a:cubicBezTo>
                    <a:pt x="161258" y="41339"/>
                    <a:pt x="174308" y="49054"/>
                    <a:pt x="174498" y="58103"/>
                  </a:cubicBezTo>
                  <a:lnTo>
                    <a:pt x="117158" y="58103"/>
                  </a:lnTo>
                  <a:cubicBezTo>
                    <a:pt x="117348" y="48959"/>
                    <a:pt x="130397" y="41339"/>
                    <a:pt x="145828" y="41339"/>
                  </a:cubicBezTo>
                  <a:close/>
                  <a:moveTo>
                    <a:pt x="55721" y="20669"/>
                  </a:moveTo>
                  <a:lnTo>
                    <a:pt x="120682" y="20669"/>
                  </a:lnTo>
                  <a:lnTo>
                    <a:pt x="120682" y="20669"/>
                  </a:lnTo>
                  <a:lnTo>
                    <a:pt x="120682" y="20669"/>
                  </a:lnTo>
                  <a:lnTo>
                    <a:pt x="120682" y="33814"/>
                  </a:lnTo>
                  <a:lnTo>
                    <a:pt x="55721" y="33814"/>
                  </a:lnTo>
                  <a:lnTo>
                    <a:pt x="55721" y="33814"/>
                  </a:lnTo>
                  <a:lnTo>
                    <a:pt x="55721" y="33814"/>
                  </a:lnTo>
                  <a:lnTo>
                    <a:pt x="55721" y="20669"/>
                  </a:lnTo>
                  <a:close/>
                  <a:moveTo>
                    <a:pt x="39243" y="138589"/>
                  </a:moveTo>
                  <a:cubicBezTo>
                    <a:pt x="39148" y="138589"/>
                    <a:pt x="38957" y="138494"/>
                    <a:pt x="38862" y="138494"/>
                  </a:cubicBezTo>
                  <a:cubicBezTo>
                    <a:pt x="34385" y="138303"/>
                    <a:pt x="30766" y="134684"/>
                    <a:pt x="30766" y="130112"/>
                  </a:cubicBezTo>
                  <a:cubicBezTo>
                    <a:pt x="30766" y="130112"/>
                    <a:pt x="30766" y="130112"/>
                    <a:pt x="30766" y="130112"/>
                  </a:cubicBezTo>
                  <a:lnTo>
                    <a:pt x="30766" y="130112"/>
                  </a:lnTo>
                  <a:cubicBezTo>
                    <a:pt x="30766" y="130016"/>
                    <a:pt x="30861" y="129921"/>
                    <a:pt x="30861" y="129826"/>
                  </a:cubicBezTo>
                  <a:cubicBezTo>
                    <a:pt x="30861" y="128778"/>
                    <a:pt x="31051" y="127730"/>
                    <a:pt x="31433" y="126778"/>
                  </a:cubicBezTo>
                  <a:cubicBezTo>
                    <a:pt x="32766" y="123730"/>
                    <a:pt x="35719" y="121634"/>
                    <a:pt x="39243" y="121634"/>
                  </a:cubicBezTo>
                  <a:cubicBezTo>
                    <a:pt x="43910" y="121634"/>
                    <a:pt x="47720" y="125444"/>
                    <a:pt x="47720" y="130112"/>
                  </a:cubicBezTo>
                  <a:cubicBezTo>
                    <a:pt x="47720" y="134779"/>
                    <a:pt x="43910" y="138589"/>
                    <a:pt x="39243" y="138589"/>
                  </a:cubicBezTo>
                  <a:close/>
                  <a:moveTo>
                    <a:pt x="59817" y="138589"/>
                  </a:moveTo>
                  <a:cubicBezTo>
                    <a:pt x="59055" y="138589"/>
                    <a:pt x="58388" y="138303"/>
                    <a:pt x="57721" y="138208"/>
                  </a:cubicBezTo>
                  <a:cubicBezTo>
                    <a:pt x="55150" y="137541"/>
                    <a:pt x="52959" y="135827"/>
                    <a:pt x="52006" y="133445"/>
                  </a:cubicBezTo>
                  <a:cubicBezTo>
                    <a:pt x="51530" y="132398"/>
                    <a:pt x="51340" y="131350"/>
                    <a:pt x="51340" y="130112"/>
                  </a:cubicBezTo>
                  <a:cubicBezTo>
                    <a:pt x="51340" y="125444"/>
                    <a:pt x="55150" y="121634"/>
                    <a:pt x="59817" y="121634"/>
                  </a:cubicBezTo>
                  <a:cubicBezTo>
                    <a:pt x="64484" y="121634"/>
                    <a:pt x="68294" y="125444"/>
                    <a:pt x="68294" y="130112"/>
                  </a:cubicBezTo>
                  <a:cubicBezTo>
                    <a:pt x="68294" y="134779"/>
                    <a:pt x="64484" y="138589"/>
                    <a:pt x="59817" y="138589"/>
                  </a:cubicBezTo>
                  <a:close/>
                  <a:moveTo>
                    <a:pt x="35528" y="104013"/>
                  </a:moveTo>
                  <a:cubicBezTo>
                    <a:pt x="34100" y="104013"/>
                    <a:pt x="32861" y="103346"/>
                    <a:pt x="32004" y="102394"/>
                  </a:cubicBezTo>
                  <a:cubicBezTo>
                    <a:pt x="31242" y="101537"/>
                    <a:pt x="30766" y="100489"/>
                    <a:pt x="30766" y="99251"/>
                  </a:cubicBezTo>
                  <a:lnTo>
                    <a:pt x="30766" y="46101"/>
                  </a:lnTo>
                  <a:lnTo>
                    <a:pt x="30766" y="46101"/>
                  </a:lnTo>
                  <a:lnTo>
                    <a:pt x="30766" y="46101"/>
                  </a:lnTo>
                  <a:lnTo>
                    <a:pt x="115157" y="46101"/>
                  </a:lnTo>
                  <a:cubicBezTo>
                    <a:pt x="112014" y="49625"/>
                    <a:pt x="110204" y="53816"/>
                    <a:pt x="110204" y="58293"/>
                  </a:cubicBezTo>
                  <a:cubicBezTo>
                    <a:pt x="110204" y="59055"/>
                    <a:pt x="110204" y="62579"/>
                    <a:pt x="110204" y="62579"/>
                  </a:cubicBezTo>
                  <a:cubicBezTo>
                    <a:pt x="110204" y="66866"/>
                    <a:pt x="112681" y="70771"/>
                    <a:pt x="116967" y="73819"/>
                  </a:cubicBezTo>
                  <a:cubicBezTo>
                    <a:pt x="116681" y="75438"/>
                    <a:pt x="116396" y="77057"/>
                    <a:pt x="116396" y="78772"/>
                  </a:cubicBezTo>
                  <a:cubicBezTo>
                    <a:pt x="116396" y="89535"/>
                    <a:pt x="122301" y="98965"/>
                    <a:pt x="130969" y="104013"/>
                  </a:cubicBezTo>
                  <a:lnTo>
                    <a:pt x="35528" y="104013"/>
                  </a:lnTo>
                  <a:close/>
                  <a:moveTo>
                    <a:pt x="188595" y="162401"/>
                  </a:moveTo>
                  <a:lnTo>
                    <a:pt x="176022" y="162401"/>
                  </a:lnTo>
                  <a:lnTo>
                    <a:pt x="176022" y="141161"/>
                  </a:lnTo>
                  <a:cubicBezTo>
                    <a:pt x="176022" y="139256"/>
                    <a:pt x="174498" y="137732"/>
                    <a:pt x="172593" y="137732"/>
                  </a:cubicBezTo>
                  <a:cubicBezTo>
                    <a:pt x="170688" y="137732"/>
                    <a:pt x="169164" y="139256"/>
                    <a:pt x="169164" y="141161"/>
                  </a:cubicBezTo>
                  <a:lnTo>
                    <a:pt x="169164" y="162401"/>
                  </a:lnTo>
                  <a:lnTo>
                    <a:pt x="124111" y="162401"/>
                  </a:lnTo>
                  <a:lnTo>
                    <a:pt x="124111" y="141161"/>
                  </a:lnTo>
                  <a:cubicBezTo>
                    <a:pt x="124111" y="139256"/>
                    <a:pt x="122587" y="137732"/>
                    <a:pt x="120682" y="137732"/>
                  </a:cubicBezTo>
                  <a:cubicBezTo>
                    <a:pt x="118777" y="137732"/>
                    <a:pt x="117253" y="139256"/>
                    <a:pt x="117253" y="141161"/>
                  </a:cubicBezTo>
                  <a:lnTo>
                    <a:pt x="117253" y="162401"/>
                  </a:lnTo>
                  <a:lnTo>
                    <a:pt x="103156" y="162401"/>
                  </a:lnTo>
                  <a:lnTo>
                    <a:pt x="103156" y="143732"/>
                  </a:lnTo>
                  <a:cubicBezTo>
                    <a:pt x="103156" y="126587"/>
                    <a:pt x="117158" y="112586"/>
                    <a:pt x="134303" y="112586"/>
                  </a:cubicBezTo>
                  <a:lnTo>
                    <a:pt x="157543" y="112586"/>
                  </a:lnTo>
                  <a:cubicBezTo>
                    <a:pt x="174688" y="112586"/>
                    <a:pt x="188690" y="126587"/>
                    <a:pt x="188690" y="143732"/>
                  </a:cubicBezTo>
                  <a:lnTo>
                    <a:pt x="188690" y="16240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239875912" name="Велотранспорт" hidden="1"/>
          <p:cNvGrpSpPr>
            <a:grpSpLocks noChangeAspect="1"/>
          </p:cNvGrpSpPr>
          <p:nvPr userDrawn="1"/>
        </p:nvGrpSpPr>
        <p:grpSpPr bwMode="auto">
          <a:xfrm>
            <a:off x="1254294" y="6387626"/>
            <a:ext cx="966204" cy="321812"/>
            <a:chOff x="5495924" y="3229927"/>
            <a:chExt cx="1201102" cy="400049"/>
          </a:xfrm>
          <a:solidFill>
            <a:srgbClr val="87C2A2"/>
          </a:solidFill>
        </p:grpSpPr>
        <p:sp>
          <p:nvSpPr>
            <p:cNvPr id="4" name="Полилиния: фигура 3"/>
            <p:cNvSpPr/>
            <p:nvPr/>
          </p:nvSpPr>
          <p:spPr bwMode="auto">
            <a:xfrm>
              <a:off x="5615548" y="3322320"/>
              <a:ext cx="91830" cy="116389"/>
            </a:xfrm>
            <a:custGeom>
              <a:avLst/>
              <a:gdLst>
                <a:gd name="connsiteX0" fmla="*/ 56588 w 91830"/>
                <a:gd name="connsiteY0" fmla="*/ 58102 h 116389"/>
                <a:gd name="connsiteX1" fmla="*/ 36585 w 91830"/>
                <a:gd name="connsiteY1" fmla="*/ 46672 h 116389"/>
                <a:gd name="connsiteX2" fmla="*/ 59445 w 91830"/>
                <a:gd name="connsiteY2" fmla="*/ 38100 h 116389"/>
                <a:gd name="connsiteX3" fmla="*/ 77543 w 91830"/>
                <a:gd name="connsiteY3" fmla="*/ 60008 h 116389"/>
                <a:gd name="connsiteX4" fmla="*/ 91830 w 91830"/>
                <a:gd name="connsiteY4" fmla="*/ 53340 h 116389"/>
                <a:gd name="connsiteX5" fmla="*/ 61350 w 91830"/>
                <a:gd name="connsiteY5" fmla="*/ 0 h 116389"/>
                <a:gd name="connsiteX6" fmla="*/ 5153 w 91830"/>
                <a:gd name="connsiteY6" fmla="*/ 37147 h 116389"/>
                <a:gd name="connsiteX7" fmla="*/ 1343 w 91830"/>
                <a:gd name="connsiteY7" fmla="*/ 40958 h 116389"/>
                <a:gd name="connsiteX8" fmla="*/ 5153 w 91830"/>
                <a:gd name="connsiteY8" fmla="*/ 55245 h 116389"/>
                <a:gd name="connsiteX9" fmla="*/ 5153 w 91830"/>
                <a:gd name="connsiteY9" fmla="*/ 55245 h 116389"/>
                <a:gd name="connsiteX10" fmla="*/ 39443 w 91830"/>
                <a:gd name="connsiteY10" fmla="*/ 73343 h 116389"/>
                <a:gd name="connsiteX11" fmla="*/ 36585 w 91830"/>
                <a:gd name="connsiteY11" fmla="*/ 107633 h 116389"/>
                <a:gd name="connsiteX12" fmla="*/ 42300 w 91830"/>
                <a:gd name="connsiteY12" fmla="*/ 116205 h 116389"/>
                <a:gd name="connsiteX13" fmla="*/ 50873 w 91830"/>
                <a:gd name="connsiteY13" fmla="*/ 110490 h 116389"/>
                <a:gd name="connsiteX14" fmla="*/ 60398 w 91830"/>
                <a:gd name="connsiteY14" fmla="*/ 68580 h 116389"/>
                <a:gd name="connsiteX15" fmla="*/ 56588 w 91830"/>
                <a:gd name="connsiteY15" fmla="*/ 58102 h 116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1830" h="116389" extrusionOk="0">
                  <a:moveTo>
                    <a:pt x="56588" y="58102"/>
                  </a:moveTo>
                  <a:lnTo>
                    <a:pt x="36585" y="46672"/>
                  </a:lnTo>
                  <a:lnTo>
                    <a:pt x="59445" y="38100"/>
                  </a:lnTo>
                  <a:lnTo>
                    <a:pt x="77543" y="60008"/>
                  </a:lnTo>
                  <a:cubicBezTo>
                    <a:pt x="82305" y="57150"/>
                    <a:pt x="87068" y="55245"/>
                    <a:pt x="91830" y="53340"/>
                  </a:cubicBezTo>
                  <a:lnTo>
                    <a:pt x="61350" y="0"/>
                  </a:lnTo>
                  <a:lnTo>
                    <a:pt x="5153" y="37147"/>
                  </a:lnTo>
                  <a:cubicBezTo>
                    <a:pt x="3248" y="38100"/>
                    <a:pt x="2295" y="39052"/>
                    <a:pt x="1343" y="40958"/>
                  </a:cubicBezTo>
                  <a:cubicBezTo>
                    <a:pt x="-1515" y="45720"/>
                    <a:pt x="390" y="52388"/>
                    <a:pt x="5153" y="55245"/>
                  </a:cubicBezTo>
                  <a:cubicBezTo>
                    <a:pt x="5153" y="55245"/>
                    <a:pt x="5153" y="55245"/>
                    <a:pt x="5153" y="55245"/>
                  </a:cubicBezTo>
                  <a:lnTo>
                    <a:pt x="39443" y="73343"/>
                  </a:lnTo>
                  <a:lnTo>
                    <a:pt x="36585" y="107633"/>
                  </a:lnTo>
                  <a:cubicBezTo>
                    <a:pt x="35633" y="111443"/>
                    <a:pt x="38490" y="115252"/>
                    <a:pt x="42300" y="116205"/>
                  </a:cubicBezTo>
                  <a:cubicBezTo>
                    <a:pt x="46110" y="117158"/>
                    <a:pt x="49920" y="114300"/>
                    <a:pt x="50873" y="110490"/>
                  </a:cubicBezTo>
                  <a:lnTo>
                    <a:pt x="60398" y="68580"/>
                  </a:lnTo>
                  <a:cubicBezTo>
                    <a:pt x="61350" y="64770"/>
                    <a:pt x="59445" y="60960"/>
                    <a:pt x="56588" y="58102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5" name="Полилиния: фигура 4"/>
            <p:cNvSpPr/>
            <p:nvPr/>
          </p:nvSpPr>
          <p:spPr bwMode="auto">
            <a:xfrm>
              <a:off x="5570220" y="3385184"/>
              <a:ext cx="72389" cy="72390"/>
            </a:xfrm>
            <a:custGeom>
              <a:avLst/>
              <a:gdLst>
                <a:gd name="connsiteX0" fmla="*/ 36195 w 72389"/>
                <a:gd name="connsiteY0" fmla="*/ 0 h 72390"/>
                <a:gd name="connsiteX1" fmla="*/ 0 w 72389"/>
                <a:gd name="connsiteY1" fmla="*/ 36195 h 72390"/>
                <a:gd name="connsiteX2" fmla="*/ 36195 w 72389"/>
                <a:gd name="connsiteY2" fmla="*/ 72390 h 72390"/>
                <a:gd name="connsiteX3" fmla="*/ 72390 w 72389"/>
                <a:gd name="connsiteY3" fmla="*/ 36195 h 72390"/>
                <a:gd name="connsiteX4" fmla="*/ 72390 w 72389"/>
                <a:gd name="connsiteY4" fmla="*/ 36195 h 72390"/>
                <a:gd name="connsiteX5" fmla="*/ 36195 w 72389"/>
                <a:gd name="connsiteY5" fmla="*/ 0 h 72390"/>
                <a:gd name="connsiteX6" fmla="*/ 15240 w 72389"/>
                <a:gd name="connsiteY6" fmla="*/ 36195 h 72390"/>
                <a:gd name="connsiteX7" fmla="*/ 36195 w 72389"/>
                <a:gd name="connsiteY7" fmla="*/ 15240 h 72390"/>
                <a:gd name="connsiteX8" fmla="*/ 57150 w 72389"/>
                <a:gd name="connsiteY8" fmla="*/ 36195 h 72390"/>
                <a:gd name="connsiteX9" fmla="*/ 36195 w 72389"/>
                <a:gd name="connsiteY9" fmla="*/ 57150 h 72390"/>
                <a:gd name="connsiteX10" fmla="*/ 36195 w 72389"/>
                <a:gd name="connsiteY10" fmla="*/ 57150 h 72390"/>
                <a:gd name="connsiteX11" fmla="*/ 15240 w 72389"/>
                <a:gd name="connsiteY11" fmla="*/ 36195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2389" h="72390" extrusionOk="0">
                  <a:moveTo>
                    <a:pt x="36195" y="0"/>
                  </a:moveTo>
                  <a:cubicBezTo>
                    <a:pt x="16192" y="0"/>
                    <a:pt x="0" y="16193"/>
                    <a:pt x="0" y="36195"/>
                  </a:cubicBezTo>
                  <a:cubicBezTo>
                    <a:pt x="0" y="56197"/>
                    <a:pt x="16192" y="72390"/>
                    <a:pt x="36195" y="72390"/>
                  </a:cubicBezTo>
                  <a:cubicBezTo>
                    <a:pt x="56197" y="72390"/>
                    <a:pt x="72390" y="56197"/>
                    <a:pt x="72390" y="36195"/>
                  </a:cubicBezTo>
                  <a:lnTo>
                    <a:pt x="72390" y="36195"/>
                  </a:lnTo>
                  <a:cubicBezTo>
                    <a:pt x="72390" y="16193"/>
                    <a:pt x="56197" y="0"/>
                    <a:pt x="36195" y="0"/>
                  </a:cubicBezTo>
                  <a:close/>
                  <a:moveTo>
                    <a:pt x="15240" y="36195"/>
                  </a:moveTo>
                  <a:cubicBezTo>
                    <a:pt x="15240" y="24765"/>
                    <a:pt x="24765" y="15240"/>
                    <a:pt x="36195" y="15240"/>
                  </a:cubicBezTo>
                  <a:cubicBezTo>
                    <a:pt x="47625" y="15240"/>
                    <a:pt x="57150" y="24765"/>
                    <a:pt x="57150" y="36195"/>
                  </a:cubicBezTo>
                  <a:cubicBezTo>
                    <a:pt x="57150" y="47625"/>
                    <a:pt x="47625" y="57150"/>
                    <a:pt x="36195" y="57150"/>
                  </a:cubicBezTo>
                  <a:cubicBezTo>
                    <a:pt x="36195" y="57150"/>
                    <a:pt x="36195" y="57150"/>
                    <a:pt x="36195" y="57150"/>
                  </a:cubicBezTo>
                  <a:cubicBezTo>
                    <a:pt x="24765" y="56197"/>
                    <a:pt x="15240" y="47625"/>
                    <a:pt x="15240" y="36195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6" name="Полилиния: фигура 5"/>
            <p:cNvSpPr/>
            <p:nvPr/>
          </p:nvSpPr>
          <p:spPr bwMode="auto">
            <a:xfrm>
              <a:off x="5681662" y="3385184"/>
              <a:ext cx="72390" cy="72390"/>
            </a:xfrm>
            <a:custGeom>
              <a:avLst/>
              <a:gdLst>
                <a:gd name="connsiteX0" fmla="*/ 36195 w 72390"/>
                <a:gd name="connsiteY0" fmla="*/ 0 h 72390"/>
                <a:gd name="connsiteX1" fmla="*/ 0 w 72390"/>
                <a:gd name="connsiteY1" fmla="*/ 36195 h 72390"/>
                <a:gd name="connsiteX2" fmla="*/ 36195 w 72390"/>
                <a:gd name="connsiteY2" fmla="*/ 72390 h 72390"/>
                <a:gd name="connsiteX3" fmla="*/ 72390 w 72390"/>
                <a:gd name="connsiteY3" fmla="*/ 36195 h 72390"/>
                <a:gd name="connsiteX4" fmla="*/ 72390 w 72390"/>
                <a:gd name="connsiteY4" fmla="*/ 36195 h 72390"/>
                <a:gd name="connsiteX5" fmla="*/ 36195 w 72390"/>
                <a:gd name="connsiteY5" fmla="*/ 0 h 72390"/>
                <a:gd name="connsiteX6" fmla="*/ 15240 w 72390"/>
                <a:gd name="connsiteY6" fmla="*/ 36195 h 72390"/>
                <a:gd name="connsiteX7" fmla="*/ 36195 w 72390"/>
                <a:gd name="connsiteY7" fmla="*/ 15240 h 72390"/>
                <a:gd name="connsiteX8" fmla="*/ 57150 w 72390"/>
                <a:gd name="connsiteY8" fmla="*/ 36195 h 72390"/>
                <a:gd name="connsiteX9" fmla="*/ 36195 w 72390"/>
                <a:gd name="connsiteY9" fmla="*/ 57150 h 72390"/>
                <a:gd name="connsiteX10" fmla="*/ 36195 w 72390"/>
                <a:gd name="connsiteY10" fmla="*/ 57150 h 72390"/>
                <a:gd name="connsiteX11" fmla="*/ 15240 w 72390"/>
                <a:gd name="connsiteY11" fmla="*/ 36195 h 72390"/>
                <a:gd name="connsiteX12" fmla="*/ 15240 w 72390"/>
                <a:gd name="connsiteY12" fmla="*/ 36195 h 72390"/>
                <a:gd name="connsiteX13" fmla="*/ 15240 w 72390"/>
                <a:gd name="connsiteY13" fmla="*/ 36195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390" h="72390" extrusionOk="0">
                  <a:moveTo>
                    <a:pt x="36195" y="0"/>
                  </a:moveTo>
                  <a:cubicBezTo>
                    <a:pt x="16193" y="0"/>
                    <a:pt x="0" y="16193"/>
                    <a:pt x="0" y="36195"/>
                  </a:cubicBezTo>
                  <a:cubicBezTo>
                    <a:pt x="0" y="56197"/>
                    <a:pt x="16193" y="72390"/>
                    <a:pt x="36195" y="72390"/>
                  </a:cubicBezTo>
                  <a:cubicBezTo>
                    <a:pt x="56197" y="72390"/>
                    <a:pt x="72390" y="56197"/>
                    <a:pt x="72390" y="36195"/>
                  </a:cubicBezTo>
                  <a:lnTo>
                    <a:pt x="72390" y="36195"/>
                  </a:lnTo>
                  <a:cubicBezTo>
                    <a:pt x="72390" y="16193"/>
                    <a:pt x="56197" y="0"/>
                    <a:pt x="36195" y="0"/>
                  </a:cubicBezTo>
                  <a:close/>
                  <a:moveTo>
                    <a:pt x="15240" y="36195"/>
                  </a:moveTo>
                  <a:cubicBezTo>
                    <a:pt x="15240" y="24765"/>
                    <a:pt x="24765" y="15240"/>
                    <a:pt x="36195" y="15240"/>
                  </a:cubicBezTo>
                  <a:cubicBezTo>
                    <a:pt x="47625" y="15240"/>
                    <a:pt x="57150" y="24765"/>
                    <a:pt x="57150" y="36195"/>
                  </a:cubicBezTo>
                  <a:cubicBezTo>
                    <a:pt x="57150" y="47625"/>
                    <a:pt x="47625" y="57150"/>
                    <a:pt x="36195" y="57150"/>
                  </a:cubicBezTo>
                  <a:cubicBezTo>
                    <a:pt x="36195" y="57150"/>
                    <a:pt x="36195" y="57150"/>
                    <a:pt x="36195" y="57150"/>
                  </a:cubicBezTo>
                  <a:cubicBezTo>
                    <a:pt x="24765" y="56197"/>
                    <a:pt x="15240" y="47625"/>
                    <a:pt x="15240" y="36195"/>
                  </a:cubicBezTo>
                  <a:cubicBezTo>
                    <a:pt x="15240" y="36195"/>
                    <a:pt x="15240" y="36195"/>
                    <a:pt x="15240" y="36195"/>
                  </a:cubicBezTo>
                  <a:lnTo>
                    <a:pt x="15240" y="36195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" name="Полилиния: фигура 7"/>
            <p:cNvSpPr/>
            <p:nvPr/>
          </p:nvSpPr>
          <p:spPr bwMode="auto">
            <a:xfrm>
              <a:off x="5689282" y="3308984"/>
              <a:ext cx="32385" cy="32385"/>
            </a:xfrm>
            <a:custGeom>
              <a:avLst/>
              <a:gdLst>
                <a:gd name="connsiteX0" fmla="*/ 16193 w 32385"/>
                <a:gd name="connsiteY0" fmla="*/ 32385 h 32385"/>
                <a:gd name="connsiteX1" fmla="*/ 32385 w 32385"/>
                <a:gd name="connsiteY1" fmla="*/ 16193 h 32385"/>
                <a:gd name="connsiteX2" fmla="*/ 16193 w 32385"/>
                <a:gd name="connsiteY2" fmla="*/ 0 h 32385"/>
                <a:gd name="connsiteX3" fmla="*/ 0 w 32385"/>
                <a:gd name="connsiteY3" fmla="*/ 16193 h 32385"/>
                <a:gd name="connsiteX4" fmla="*/ 0 w 32385"/>
                <a:gd name="connsiteY4" fmla="*/ 16193 h 32385"/>
                <a:gd name="connsiteX5" fmla="*/ 16193 w 32385"/>
                <a:gd name="connsiteY5" fmla="*/ 32385 h 32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385" h="32385" extrusionOk="0">
                  <a:moveTo>
                    <a:pt x="16193" y="32385"/>
                  </a:moveTo>
                  <a:cubicBezTo>
                    <a:pt x="24765" y="32385"/>
                    <a:pt x="32385" y="24765"/>
                    <a:pt x="32385" y="16193"/>
                  </a:cubicBezTo>
                  <a:cubicBezTo>
                    <a:pt x="32385" y="7620"/>
                    <a:pt x="24765" y="0"/>
                    <a:pt x="16193" y="0"/>
                  </a:cubicBezTo>
                  <a:cubicBezTo>
                    <a:pt x="7620" y="0"/>
                    <a:pt x="0" y="7620"/>
                    <a:pt x="0" y="16193"/>
                  </a:cubicBezTo>
                  <a:lnTo>
                    <a:pt x="0" y="16193"/>
                  </a:lnTo>
                  <a:cubicBezTo>
                    <a:pt x="0" y="25718"/>
                    <a:pt x="7620" y="32385"/>
                    <a:pt x="16193" y="32385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" name="Полилиния: фигура 8"/>
            <p:cNvSpPr/>
            <p:nvPr/>
          </p:nvSpPr>
          <p:spPr bwMode="auto">
            <a:xfrm>
              <a:off x="5495924" y="3229927"/>
              <a:ext cx="331470" cy="400049"/>
            </a:xfrm>
            <a:custGeom>
              <a:avLst/>
              <a:gdLst>
                <a:gd name="connsiteX0" fmla="*/ 146685 w 331470"/>
                <a:gd name="connsiteY0" fmla="*/ 381000 h 400049"/>
                <a:gd name="connsiteX1" fmla="*/ 165735 w 331470"/>
                <a:gd name="connsiteY1" fmla="*/ 400050 h 400049"/>
                <a:gd name="connsiteX2" fmla="*/ 282893 w 331470"/>
                <a:gd name="connsiteY2" fmla="*/ 282893 h 400049"/>
                <a:gd name="connsiteX3" fmla="*/ 282893 w 331470"/>
                <a:gd name="connsiteY3" fmla="*/ 48578 h 400049"/>
                <a:gd name="connsiteX4" fmla="*/ 48578 w 331470"/>
                <a:gd name="connsiteY4" fmla="*/ 48578 h 400049"/>
                <a:gd name="connsiteX5" fmla="*/ 48578 w 331470"/>
                <a:gd name="connsiteY5" fmla="*/ 282893 h 400049"/>
                <a:gd name="connsiteX6" fmla="*/ 58103 w 331470"/>
                <a:gd name="connsiteY6" fmla="*/ 286703 h 400049"/>
                <a:gd name="connsiteX7" fmla="*/ 71438 w 331470"/>
                <a:gd name="connsiteY7" fmla="*/ 273368 h 400049"/>
                <a:gd name="connsiteX8" fmla="*/ 67628 w 331470"/>
                <a:gd name="connsiteY8" fmla="*/ 262890 h 400049"/>
                <a:gd name="connsiteX9" fmla="*/ 67628 w 331470"/>
                <a:gd name="connsiteY9" fmla="*/ 66675 h 400049"/>
                <a:gd name="connsiteX10" fmla="*/ 263843 w 331470"/>
                <a:gd name="connsiteY10" fmla="*/ 66675 h 400049"/>
                <a:gd name="connsiteX11" fmla="*/ 263843 w 331470"/>
                <a:gd name="connsiteY11" fmla="*/ 262890 h 400049"/>
                <a:gd name="connsiteX12" fmla="*/ 146685 w 331470"/>
                <a:gd name="connsiteY12" fmla="*/ 381000 h 400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1470" h="400049" extrusionOk="0">
                  <a:moveTo>
                    <a:pt x="146685" y="381000"/>
                  </a:moveTo>
                  <a:lnTo>
                    <a:pt x="165735" y="400050"/>
                  </a:lnTo>
                  <a:lnTo>
                    <a:pt x="282893" y="282893"/>
                  </a:lnTo>
                  <a:cubicBezTo>
                    <a:pt x="347663" y="218123"/>
                    <a:pt x="347663" y="112395"/>
                    <a:pt x="282893" y="48578"/>
                  </a:cubicBezTo>
                  <a:cubicBezTo>
                    <a:pt x="218123" y="-16193"/>
                    <a:pt x="112395" y="-16193"/>
                    <a:pt x="48578" y="48578"/>
                  </a:cubicBezTo>
                  <a:cubicBezTo>
                    <a:pt x="-16193" y="113348"/>
                    <a:pt x="-16193" y="218123"/>
                    <a:pt x="48578" y="282893"/>
                  </a:cubicBezTo>
                  <a:cubicBezTo>
                    <a:pt x="51435" y="285750"/>
                    <a:pt x="54293" y="286703"/>
                    <a:pt x="58103" y="286703"/>
                  </a:cubicBezTo>
                  <a:cubicBezTo>
                    <a:pt x="65723" y="286703"/>
                    <a:pt x="71438" y="280988"/>
                    <a:pt x="71438" y="273368"/>
                  </a:cubicBezTo>
                  <a:cubicBezTo>
                    <a:pt x="71438" y="269558"/>
                    <a:pt x="69533" y="265748"/>
                    <a:pt x="67628" y="262890"/>
                  </a:cubicBezTo>
                  <a:cubicBezTo>
                    <a:pt x="13335" y="208598"/>
                    <a:pt x="13335" y="120015"/>
                    <a:pt x="67628" y="66675"/>
                  </a:cubicBezTo>
                  <a:cubicBezTo>
                    <a:pt x="121920" y="12383"/>
                    <a:pt x="210503" y="12383"/>
                    <a:pt x="263843" y="66675"/>
                  </a:cubicBezTo>
                  <a:cubicBezTo>
                    <a:pt x="318135" y="120968"/>
                    <a:pt x="318135" y="208598"/>
                    <a:pt x="263843" y="262890"/>
                  </a:cubicBezTo>
                  <a:lnTo>
                    <a:pt x="146685" y="38100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" name="Полилиния: фигура 9"/>
            <p:cNvSpPr/>
            <p:nvPr/>
          </p:nvSpPr>
          <p:spPr bwMode="auto">
            <a:xfrm>
              <a:off x="5912167" y="3362324"/>
              <a:ext cx="58193" cy="75247"/>
            </a:xfrm>
            <a:custGeom>
              <a:avLst/>
              <a:gdLst>
                <a:gd name="connsiteX0" fmla="*/ 0 w 58193"/>
                <a:gd name="connsiteY0" fmla="*/ 0 h 75247"/>
                <a:gd name="connsiteX1" fmla="*/ 30480 w 58193"/>
                <a:gd name="connsiteY1" fmla="*/ 0 h 75247"/>
                <a:gd name="connsiteX2" fmla="*/ 52388 w 58193"/>
                <a:gd name="connsiteY2" fmla="*/ 18097 h 75247"/>
                <a:gd name="connsiteX3" fmla="*/ 43815 w 58193"/>
                <a:gd name="connsiteY3" fmla="*/ 33338 h 75247"/>
                <a:gd name="connsiteX4" fmla="*/ 43815 w 58193"/>
                <a:gd name="connsiteY4" fmla="*/ 33338 h 75247"/>
                <a:gd name="connsiteX5" fmla="*/ 58102 w 58193"/>
                <a:gd name="connsiteY5" fmla="*/ 52388 h 75247"/>
                <a:gd name="connsiteX6" fmla="*/ 34290 w 58193"/>
                <a:gd name="connsiteY6" fmla="*/ 75248 h 75247"/>
                <a:gd name="connsiteX7" fmla="*/ 32385 w 58193"/>
                <a:gd name="connsiteY7" fmla="*/ 75248 h 75247"/>
                <a:gd name="connsiteX8" fmla="*/ 0 w 58193"/>
                <a:gd name="connsiteY8" fmla="*/ 75248 h 75247"/>
                <a:gd name="connsiteX9" fmla="*/ 0 w 58193"/>
                <a:gd name="connsiteY9" fmla="*/ 0 h 75247"/>
                <a:gd name="connsiteX10" fmla="*/ 27622 w 58193"/>
                <a:gd name="connsiteY10" fmla="*/ 29528 h 75247"/>
                <a:gd name="connsiteX11" fmla="*/ 36195 w 58193"/>
                <a:gd name="connsiteY11" fmla="*/ 21907 h 75247"/>
                <a:gd name="connsiteX12" fmla="*/ 27622 w 58193"/>
                <a:gd name="connsiteY12" fmla="*/ 14288 h 75247"/>
                <a:gd name="connsiteX13" fmla="*/ 27622 w 58193"/>
                <a:gd name="connsiteY13" fmla="*/ 14288 h 75247"/>
                <a:gd name="connsiteX14" fmla="*/ 16193 w 58193"/>
                <a:gd name="connsiteY14" fmla="*/ 14288 h 75247"/>
                <a:gd name="connsiteX15" fmla="*/ 16193 w 58193"/>
                <a:gd name="connsiteY15" fmla="*/ 29528 h 75247"/>
                <a:gd name="connsiteX16" fmla="*/ 27622 w 58193"/>
                <a:gd name="connsiteY16" fmla="*/ 29528 h 75247"/>
                <a:gd name="connsiteX17" fmla="*/ 30480 w 58193"/>
                <a:gd name="connsiteY17" fmla="*/ 60960 h 75247"/>
                <a:gd name="connsiteX18" fmla="*/ 40005 w 58193"/>
                <a:gd name="connsiteY18" fmla="*/ 51435 h 75247"/>
                <a:gd name="connsiteX19" fmla="*/ 30480 w 58193"/>
                <a:gd name="connsiteY19" fmla="*/ 41910 h 75247"/>
                <a:gd name="connsiteX20" fmla="*/ 16193 w 58193"/>
                <a:gd name="connsiteY20" fmla="*/ 41910 h 75247"/>
                <a:gd name="connsiteX21" fmla="*/ 16193 w 58193"/>
                <a:gd name="connsiteY21" fmla="*/ 60960 h 75247"/>
                <a:gd name="connsiteX22" fmla="*/ 30480 w 58193"/>
                <a:gd name="connsiteY22" fmla="*/ 60960 h 7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8193" h="75247" extrusionOk="0">
                  <a:moveTo>
                    <a:pt x="0" y="0"/>
                  </a:moveTo>
                  <a:lnTo>
                    <a:pt x="30480" y="0"/>
                  </a:lnTo>
                  <a:cubicBezTo>
                    <a:pt x="44768" y="0"/>
                    <a:pt x="52388" y="8572"/>
                    <a:pt x="52388" y="18097"/>
                  </a:cubicBezTo>
                  <a:cubicBezTo>
                    <a:pt x="52388" y="23813"/>
                    <a:pt x="49530" y="29528"/>
                    <a:pt x="43815" y="33338"/>
                  </a:cubicBezTo>
                  <a:lnTo>
                    <a:pt x="43815" y="33338"/>
                  </a:lnTo>
                  <a:cubicBezTo>
                    <a:pt x="52388" y="35243"/>
                    <a:pt x="59055" y="43815"/>
                    <a:pt x="58102" y="52388"/>
                  </a:cubicBezTo>
                  <a:cubicBezTo>
                    <a:pt x="58102" y="65723"/>
                    <a:pt x="46672" y="75248"/>
                    <a:pt x="34290" y="75248"/>
                  </a:cubicBezTo>
                  <a:cubicBezTo>
                    <a:pt x="33338" y="75248"/>
                    <a:pt x="33338" y="75248"/>
                    <a:pt x="32385" y="75248"/>
                  </a:cubicBezTo>
                  <a:lnTo>
                    <a:pt x="0" y="75248"/>
                  </a:lnTo>
                  <a:lnTo>
                    <a:pt x="0" y="0"/>
                  </a:lnTo>
                  <a:close/>
                  <a:moveTo>
                    <a:pt x="27622" y="29528"/>
                  </a:moveTo>
                  <a:cubicBezTo>
                    <a:pt x="32385" y="29528"/>
                    <a:pt x="35243" y="26670"/>
                    <a:pt x="36195" y="21907"/>
                  </a:cubicBezTo>
                  <a:cubicBezTo>
                    <a:pt x="36195" y="17145"/>
                    <a:pt x="32385" y="14288"/>
                    <a:pt x="27622" y="14288"/>
                  </a:cubicBezTo>
                  <a:cubicBezTo>
                    <a:pt x="27622" y="14288"/>
                    <a:pt x="27622" y="14288"/>
                    <a:pt x="27622" y="14288"/>
                  </a:cubicBezTo>
                  <a:lnTo>
                    <a:pt x="16193" y="14288"/>
                  </a:lnTo>
                  <a:lnTo>
                    <a:pt x="16193" y="29528"/>
                  </a:lnTo>
                  <a:lnTo>
                    <a:pt x="27622" y="29528"/>
                  </a:lnTo>
                  <a:close/>
                  <a:moveTo>
                    <a:pt x="30480" y="60960"/>
                  </a:moveTo>
                  <a:cubicBezTo>
                    <a:pt x="36195" y="60960"/>
                    <a:pt x="40005" y="57150"/>
                    <a:pt x="40005" y="51435"/>
                  </a:cubicBezTo>
                  <a:cubicBezTo>
                    <a:pt x="40005" y="45720"/>
                    <a:pt x="36195" y="41910"/>
                    <a:pt x="30480" y="41910"/>
                  </a:cubicBezTo>
                  <a:lnTo>
                    <a:pt x="16193" y="41910"/>
                  </a:lnTo>
                  <a:lnTo>
                    <a:pt x="16193" y="60960"/>
                  </a:lnTo>
                  <a:lnTo>
                    <a:pt x="30480" y="6096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" name="Полилиния: фигура 10"/>
            <p:cNvSpPr/>
            <p:nvPr/>
          </p:nvSpPr>
          <p:spPr bwMode="auto">
            <a:xfrm>
              <a:off x="5978782" y="3381375"/>
              <a:ext cx="52447" cy="56343"/>
            </a:xfrm>
            <a:custGeom>
              <a:avLst/>
              <a:gdLst>
                <a:gd name="connsiteX0" fmla="*/ 60 w 52447"/>
                <a:gd name="connsiteY0" fmla="*/ 28575 h 56343"/>
                <a:gd name="connsiteX1" fmla="*/ 23873 w 52447"/>
                <a:gd name="connsiteY1" fmla="*/ 0 h 56343"/>
                <a:gd name="connsiteX2" fmla="*/ 26730 w 52447"/>
                <a:gd name="connsiteY2" fmla="*/ 0 h 56343"/>
                <a:gd name="connsiteX3" fmla="*/ 52448 w 52447"/>
                <a:gd name="connsiteY3" fmla="*/ 29528 h 56343"/>
                <a:gd name="connsiteX4" fmla="*/ 52448 w 52447"/>
                <a:gd name="connsiteY4" fmla="*/ 33338 h 56343"/>
                <a:gd name="connsiteX5" fmla="*/ 16253 w 52447"/>
                <a:gd name="connsiteY5" fmla="*/ 33338 h 56343"/>
                <a:gd name="connsiteX6" fmla="*/ 28635 w 52447"/>
                <a:gd name="connsiteY6" fmla="*/ 42863 h 56343"/>
                <a:gd name="connsiteX7" fmla="*/ 40065 w 52447"/>
                <a:gd name="connsiteY7" fmla="*/ 38100 h 56343"/>
                <a:gd name="connsiteX8" fmla="*/ 50543 w 52447"/>
                <a:gd name="connsiteY8" fmla="*/ 47625 h 56343"/>
                <a:gd name="connsiteX9" fmla="*/ 27683 w 52447"/>
                <a:gd name="connsiteY9" fmla="*/ 56197 h 56343"/>
                <a:gd name="connsiteX10" fmla="*/ 60 w 52447"/>
                <a:gd name="connsiteY10" fmla="*/ 29528 h 56343"/>
                <a:gd name="connsiteX11" fmla="*/ 60 w 52447"/>
                <a:gd name="connsiteY11" fmla="*/ 28575 h 56343"/>
                <a:gd name="connsiteX12" fmla="*/ 36255 w 52447"/>
                <a:gd name="connsiteY12" fmla="*/ 22860 h 56343"/>
                <a:gd name="connsiteX13" fmla="*/ 26730 w 52447"/>
                <a:gd name="connsiteY13" fmla="*/ 13335 h 56343"/>
                <a:gd name="connsiteX14" fmla="*/ 17205 w 52447"/>
                <a:gd name="connsiteY14" fmla="*/ 22860 h 56343"/>
                <a:gd name="connsiteX15" fmla="*/ 36255 w 52447"/>
                <a:gd name="connsiteY15" fmla="*/ 22860 h 56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447" h="56343" extrusionOk="0">
                  <a:moveTo>
                    <a:pt x="60" y="28575"/>
                  </a:moveTo>
                  <a:cubicBezTo>
                    <a:pt x="-892" y="14288"/>
                    <a:pt x="9585" y="953"/>
                    <a:pt x="23873" y="0"/>
                  </a:cubicBezTo>
                  <a:cubicBezTo>
                    <a:pt x="24825" y="0"/>
                    <a:pt x="25778" y="0"/>
                    <a:pt x="26730" y="0"/>
                  </a:cubicBezTo>
                  <a:cubicBezTo>
                    <a:pt x="41018" y="0"/>
                    <a:pt x="52448" y="8572"/>
                    <a:pt x="52448" y="29528"/>
                  </a:cubicBezTo>
                  <a:lnTo>
                    <a:pt x="52448" y="33338"/>
                  </a:lnTo>
                  <a:lnTo>
                    <a:pt x="16253" y="33338"/>
                  </a:lnTo>
                  <a:cubicBezTo>
                    <a:pt x="17205" y="39053"/>
                    <a:pt x="22920" y="43815"/>
                    <a:pt x="28635" y="42863"/>
                  </a:cubicBezTo>
                  <a:cubicBezTo>
                    <a:pt x="33398" y="42863"/>
                    <a:pt x="37208" y="40957"/>
                    <a:pt x="40065" y="38100"/>
                  </a:cubicBezTo>
                  <a:lnTo>
                    <a:pt x="50543" y="47625"/>
                  </a:lnTo>
                  <a:cubicBezTo>
                    <a:pt x="44828" y="53340"/>
                    <a:pt x="36255" y="57150"/>
                    <a:pt x="27683" y="56197"/>
                  </a:cubicBezTo>
                  <a:cubicBezTo>
                    <a:pt x="12443" y="56197"/>
                    <a:pt x="1013" y="44768"/>
                    <a:pt x="60" y="29528"/>
                  </a:cubicBezTo>
                  <a:cubicBezTo>
                    <a:pt x="60" y="30480"/>
                    <a:pt x="60" y="29528"/>
                    <a:pt x="60" y="28575"/>
                  </a:cubicBezTo>
                  <a:close/>
                  <a:moveTo>
                    <a:pt x="36255" y="22860"/>
                  </a:moveTo>
                  <a:cubicBezTo>
                    <a:pt x="36255" y="17145"/>
                    <a:pt x="32445" y="13335"/>
                    <a:pt x="26730" y="13335"/>
                  </a:cubicBezTo>
                  <a:cubicBezTo>
                    <a:pt x="21968" y="13335"/>
                    <a:pt x="17205" y="18097"/>
                    <a:pt x="17205" y="22860"/>
                  </a:cubicBezTo>
                  <a:lnTo>
                    <a:pt x="36255" y="2286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" name="Полилиния: фигура 12"/>
            <p:cNvSpPr/>
            <p:nvPr/>
          </p:nvSpPr>
          <p:spPr bwMode="auto">
            <a:xfrm>
              <a:off x="6036944" y="3384232"/>
              <a:ext cx="53340" cy="54292"/>
            </a:xfrm>
            <a:custGeom>
              <a:avLst/>
              <a:gdLst>
                <a:gd name="connsiteX0" fmla="*/ 0 w 53340"/>
                <a:gd name="connsiteY0" fmla="*/ 53340 h 54292"/>
                <a:gd name="connsiteX1" fmla="*/ 0 w 53340"/>
                <a:gd name="connsiteY1" fmla="*/ 41910 h 54292"/>
                <a:gd name="connsiteX2" fmla="*/ 2857 w 53340"/>
                <a:gd name="connsiteY2" fmla="*/ 42863 h 54292"/>
                <a:gd name="connsiteX3" fmla="*/ 8573 w 53340"/>
                <a:gd name="connsiteY3" fmla="*/ 30480 h 54292"/>
                <a:gd name="connsiteX4" fmla="*/ 9525 w 53340"/>
                <a:gd name="connsiteY4" fmla="*/ 0 h 54292"/>
                <a:gd name="connsiteX5" fmla="*/ 53340 w 53340"/>
                <a:gd name="connsiteY5" fmla="*/ 0 h 54292"/>
                <a:gd name="connsiteX6" fmla="*/ 53340 w 53340"/>
                <a:gd name="connsiteY6" fmla="*/ 54293 h 54292"/>
                <a:gd name="connsiteX7" fmla="*/ 38100 w 53340"/>
                <a:gd name="connsiteY7" fmla="*/ 54293 h 54292"/>
                <a:gd name="connsiteX8" fmla="*/ 38100 w 53340"/>
                <a:gd name="connsiteY8" fmla="*/ 14288 h 54292"/>
                <a:gd name="connsiteX9" fmla="*/ 23813 w 53340"/>
                <a:gd name="connsiteY9" fmla="*/ 14288 h 54292"/>
                <a:gd name="connsiteX10" fmla="*/ 22860 w 53340"/>
                <a:gd name="connsiteY10" fmla="*/ 30480 h 54292"/>
                <a:gd name="connsiteX11" fmla="*/ 6668 w 53340"/>
                <a:gd name="connsiteY11" fmla="*/ 54293 h 54292"/>
                <a:gd name="connsiteX12" fmla="*/ 0 w 53340"/>
                <a:gd name="connsiteY12" fmla="*/ 53340 h 5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340" h="54292" extrusionOk="0">
                  <a:moveTo>
                    <a:pt x="0" y="53340"/>
                  </a:moveTo>
                  <a:lnTo>
                    <a:pt x="0" y="41910"/>
                  </a:lnTo>
                  <a:cubicBezTo>
                    <a:pt x="953" y="41910"/>
                    <a:pt x="1905" y="42863"/>
                    <a:pt x="2857" y="42863"/>
                  </a:cubicBezTo>
                  <a:cubicBezTo>
                    <a:pt x="6668" y="42863"/>
                    <a:pt x="7620" y="40005"/>
                    <a:pt x="8573" y="30480"/>
                  </a:cubicBezTo>
                  <a:cubicBezTo>
                    <a:pt x="9525" y="11430"/>
                    <a:pt x="9525" y="0"/>
                    <a:pt x="9525" y="0"/>
                  </a:cubicBezTo>
                  <a:lnTo>
                    <a:pt x="53340" y="0"/>
                  </a:lnTo>
                  <a:lnTo>
                    <a:pt x="53340" y="54293"/>
                  </a:lnTo>
                  <a:lnTo>
                    <a:pt x="38100" y="54293"/>
                  </a:lnTo>
                  <a:lnTo>
                    <a:pt x="38100" y="14288"/>
                  </a:lnTo>
                  <a:lnTo>
                    <a:pt x="23813" y="14288"/>
                  </a:lnTo>
                  <a:cubicBezTo>
                    <a:pt x="23813" y="18098"/>
                    <a:pt x="23813" y="23813"/>
                    <a:pt x="22860" y="30480"/>
                  </a:cubicBezTo>
                  <a:cubicBezTo>
                    <a:pt x="21907" y="44768"/>
                    <a:pt x="19050" y="54293"/>
                    <a:pt x="6668" y="54293"/>
                  </a:cubicBezTo>
                  <a:cubicBezTo>
                    <a:pt x="3810" y="54293"/>
                    <a:pt x="1905" y="53340"/>
                    <a:pt x="0" y="53340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" name="Полилиния: фигура 13"/>
            <p:cNvSpPr/>
            <p:nvPr/>
          </p:nvSpPr>
          <p:spPr bwMode="auto">
            <a:xfrm>
              <a:off x="6101714" y="3383228"/>
              <a:ext cx="55296" cy="55351"/>
            </a:xfrm>
            <a:custGeom>
              <a:avLst/>
              <a:gdLst>
                <a:gd name="connsiteX0" fmla="*/ 0 w 55296"/>
                <a:gd name="connsiteY0" fmla="*/ 26722 h 55351"/>
                <a:gd name="connsiteX1" fmla="*/ 28575 w 55296"/>
                <a:gd name="connsiteY1" fmla="*/ 52 h 55351"/>
                <a:gd name="connsiteX2" fmla="*/ 55245 w 55296"/>
                <a:gd name="connsiteY2" fmla="*/ 28627 h 55351"/>
                <a:gd name="connsiteX3" fmla="*/ 27623 w 55296"/>
                <a:gd name="connsiteY3" fmla="*/ 55297 h 55351"/>
                <a:gd name="connsiteX4" fmla="*/ 0 w 55296"/>
                <a:gd name="connsiteY4" fmla="*/ 29579 h 55351"/>
                <a:gd name="connsiteX5" fmla="*/ 0 w 55296"/>
                <a:gd name="connsiteY5" fmla="*/ 26722 h 55351"/>
                <a:gd name="connsiteX6" fmla="*/ 39052 w 55296"/>
                <a:gd name="connsiteY6" fmla="*/ 26722 h 55351"/>
                <a:gd name="connsiteX7" fmla="*/ 27623 w 55296"/>
                <a:gd name="connsiteY7" fmla="*/ 12434 h 55351"/>
                <a:gd name="connsiteX8" fmla="*/ 16193 w 55296"/>
                <a:gd name="connsiteY8" fmla="*/ 26722 h 55351"/>
                <a:gd name="connsiteX9" fmla="*/ 27623 w 55296"/>
                <a:gd name="connsiteY9" fmla="*/ 41009 h 55351"/>
                <a:gd name="connsiteX10" fmla="*/ 39052 w 55296"/>
                <a:gd name="connsiteY10" fmla="*/ 26722 h 55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5296" h="55351" extrusionOk="0">
                  <a:moveTo>
                    <a:pt x="0" y="26722"/>
                  </a:moveTo>
                  <a:cubicBezTo>
                    <a:pt x="953" y="11482"/>
                    <a:pt x="13335" y="-901"/>
                    <a:pt x="28575" y="52"/>
                  </a:cubicBezTo>
                  <a:cubicBezTo>
                    <a:pt x="43815" y="1004"/>
                    <a:pt x="56198" y="13387"/>
                    <a:pt x="55245" y="28627"/>
                  </a:cubicBezTo>
                  <a:cubicBezTo>
                    <a:pt x="54293" y="43867"/>
                    <a:pt x="42863" y="55297"/>
                    <a:pt x="27623" y="55297"/>
                  </a:cubicBezTo>
                  <a:cubicBezTo>
                    <a:pt x="13335" y="56249"/>
                    <a:pt x="953" y="44819"/>
                    <a:pt x="0" y="29579"/>
                  </a:cubicBezTo>
                  <a:cubicBezTo>
                    <a:pt x="0" y="28627"/>
                    <a:pt x="0" y="27674"/>
                    <a:pt x="0" y="26722"/>
                  </a:cubicBezTo>
                  <a:close/>
                  <a:moveTo>
                    <a:pt x="39052" y="26722"/>
                  </a:moveTo>
                  <a:cubicBezTo>
                    <a:pt x="39052" y="18149"/>
                    <a:pt x="35243" y="12434"/>
                    <a:pt x="27623" y="12434"/>
                  </a:cubicBezTo>
                  <a:cubicBezTo>
                    <a:pt x="20002" y="12434"/>
                    <a:pt x="16193" y="18149"/>
                    <a:pt x="16193" y="26722"/>
                  </a:cubicBezTo>
                  <a:cubicBezTo>
                    <a:pt x="16193" y="35294"/>
                    <a:pt x="20955" y="41009"/>
                    <a:pt x="27623" y="41009"/>
                  </a:cubicBezTo>
                  <a:cubicBezTo>
                    <a:pt x="34290" y="41009"/>
                    <a:pt x="39052" y="35294"/>
                    <a:pt x="39052" y="26722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" name="Полилиния: фигура 14"/>
            <p:cNvSpPr/>
            <p:nvPr/>
          </p:nvSpPr>
          <p:spPr bwMode="auto">
            <a:xfrm>
              <a:off x="6162675" y="3383280"/>
              <a:ext cx="48577" cy="53339"/>
            </a:xfrm>
            <a:custGeom>
              <a:avLst/>
              <a:gdLst>
                <a:gd name="connsiteX0" fmla="*/ 16192 w 48577"/>
                <a:gd name="connsiteY0" fmla="*/ 13335 h 53339"/>
                <a:gd name="connsiteX1" fmla="*/ 0 w 48577"/>
                <a:gd name="connsiteY1" fmla="*/ 13335 h 53339"/>
                <a:gd name="connsiteX2" fmla="*/ 0 w 48577"/>
                <a:gd name="connsiteY2" fmla="*/ 0 h 53339"/>
                <a:gd name="connsiteX3" fmla="*/ 48577 w 48577"/>
                <a:gd name="connsiteY3" fmla="*/ 0 h 53339"/>
                <a:gd name="connsiteX4" fmla="*/ 43815 w 48577"/>
                <a:gd name="connsiteY4" fmla="*/ 13335 h 53339"/>
                <a:gd name="connsiteX5" fmla="*/ 31433 w 48577"/>
                <a:gd name="connsiteY5" fmla="*/ 13335 h 53339"/>
                <a:gd name="connsiteX6" fmla="*/ 31433 w 48577"/>
                <a:gd name="connsiteY6" fmla="*/ 53340 h 53339"/>
                <a:gd name="connsiteX7" fmla="*/ 16192 w 48577"/>
                <a:gd name="connsiteY7" fmla="*/ 53340 h 53339"/>
                <a:gd name="connsiteX8" fmla="*/ 16192 w 48577"/>
                <a:gd name="connsiteY8" fmla="*/ 13335 h 53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577" h="53339" extrusionOk="0">
                  <a:moveTo>
                    <a:pt x="16192" y="13335"/>
                  </a:moveTo>
                  <a:lnTo>
                    <a:pt x="0" y="13335"/>
                  </a:lnTo>
                  <a:lnTo>
                    <a:pt x="0" y="0"/>
                  </a:lnTo>
                  <a:lnTo>
                    <a:pt x="48577" y="0"/>
                  </a:lnTo>
                  <a:lnTo>
                    <a:pt x="43815" y="13335"/>
                  </a:lnTo>
                  <a:lnTo>
                    <a:pt x="31433" y="13335"/>
                  </a:lnTo>
                  <a:lnTo>
                    <a:pt x="31433" y="53340"/>
                  </a:lnTo>
                  <a:lnTo>
                    <a:pt x="16192" y="53340"/>
                  </a:lnTo>
                  <a:lnTo>
                    <a:pt x="16192" y="13335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" name="Полилиния: фигура 15"/>
            <p:cNvSpPr/>
            <p:nvPr/>
          </p:nvSpPr>
          <p:spPr bwMode="auto">
            <a:xfrm>
              <a:off x="6219825" y="3382327"/>
              <a:ext cx="55468" cy="74294"/>
            </a:xfrm>
            <a:custGeom>
              <a:avLst/>
              <a:gdLst>
                <a:gd name="connsiteX0" fmla="*/ 15240 w 55468"/>
                <a:gd name="connsiteY0" fmla="*/ 74295 h 74294"/>
                <a:gd name="connsiteX1" fmla="*/ 0 w 55468"/>
                <a:gd name="connsiteY1" fmla="*/ 74295 h 74294"/>
                <a:gd name="connsiteX2" fmla="*/ 0 w 55468"/>
                <a:gd name="connsiteY2" fmla="*/ 953 h 74294"/>
                <a:gd name="connsiteX3" fmla="*/ 15240 w 55468"/>
                <a:gd name="connsiteY3" fmla="*/ 953 h 74294"/>
                <a:gd name="connsiteX4" fmla="*/ 15240 w 55468"/>
                <a:gd name="connsiteY4" fmla="*/ 6667 h 74294"/>
                <a:gd name="connsiteX5" fmla="*/ 15240 w 55468"/>
                <a:gd name="connsiteY5" fmla="*/ 6667 h 74294"/>
                <a:gd name="connsiteX6" fmla="*/ 30480 w 55468"/>
                <a:gd name="connsiteY6" fmla="*/ 0 h 74294"/>
                <a:gd name="connsiteX7" fmla="*/ 55245 w 55468"/>
                <a:gd name="connsiteY7" fmla="*/ 26670 h 74294"/>
                <a:gd name="connsiteX8" fmla="*/ 55245 w 55468"/>
                <a:gd name="connsiteY8" fmla="*/ 28575 h 74294"/>
                <a:gd name="connsiteX9" fmla="*/ 32385 w 55468"/>
                <a:gd name="connsiteY9" fmla="*/ 57150 h 74294"/>
                <a:gd name="connsiteX10" fmla="*/ 30480 w 55468"/>
                <a:gd name="connsiteY10" fmla="*/ 57150 h 74294"/>
                <a:gd name="connsiteX11" fmla="*/ 15240 w 55468"/>
                <a:gd name="connsiteY11" fmla="*/ 50482 h 74294"/>
                <a:gd name="connsiteX12" fmla="*/ 15240 w 55468"/>
                <a:gd name="connsiteY12" fmla="*/ 50482 h 74294"/>
                <a:gd name="connsiteX13" fmla="*/ 15240 w 55468"/>
                <a:gd name="connsiteY13" fmla="*/ 74295 h 74294"/>
                <a:gd name="connsiteX14" fmla="*/ 26670 w 55468"/>
                <a:gd name="connsiteY14" fmla="*/ 41910 h 74294"/>
                <a:gd name="connsiteX15" fmla="*/ 42863 w 55468"/>
                <a:gd name="connsiteY15" fmla="*/ 29528 h 74294"/>
                <a:gd name="connsiteX16" fmla="*/ 30480 w 55468"/>
                <a:gd name="connsiteY16" fmla="*/ 13335 h 74294"/>
                <a:gd name="connsiteX17" fmla="*/ 14288 w 55468"/>
                <a:gd name="connsiteY17" fmla="*/ 25717 h 74294"/>
                <a:gd name="connsiteX18" fmla="*/ 14288 w 55468"/>
                <a:gd name="connsiteY18" fmla="*/ 27622 h 74294"/>
                <a:gd name="connsiteX19" fmla="*/ 26670 w 55468"/>
                <a:gd name="connsiteY19" fmla="*/ 41910 h 74294"/>
                <a:gd name="connsiteX20" fmla="*/ 26670 w 55468"/>
                <a:gd name="connsiteY20" fmla="*/ 41910 h 74294"/>
                <a:gd name="connsiteX21" fmla="*/ 26670 w 55468"/>
                <a:gd name="connsiteY21" fmla="*/ 41910 h 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468" h="74294" extrusionOk="0">
                  <a:moveTo>
                    <a:pt x="15240" y="74295"/>
                  </a:moveTo>
                  <a:lnTo>
                    <a:pt x="0" y="74295"/>
                  </a:lnTo>
                  <a:lnTo>
                    <a:pt x="0" y="953"/>
                  </a:lnTo>
                  <a:lnTo>
                    <a:pt x="15240" y="953"/>
                  </a:lnTo>
                  <a:lnTo>
                    <a:pt x="15240" y="6667"/>
                  </a:lnTo>
                  <a:lnTo>
                    <a:pt x="15240" y="6667"/>
                  </a:lnTo>
                  <a:cubicBezTo>
                    <a:pt x="19050" y="1905"/>
                    <a:pt x="24765" y="0"/>
                    <a:pt x="30480" y="0"/>
                  </a:cubicBezTo>
                  <a:cubicBezTo>
                    <a:pt x="44767" y="953"/>
                    <a:pt x="56198" y="12382"/>
                    <a:pt x="55245" y="26670"/>
                  </a:cubicBezTo>
                  <a:cubicBezTo>
                    <a:pt x="55245" y="27622"/>
                    <a:pt x="55245" y="27622"/>
                    <a:pt x="55245" y="28575"/>
                  </a:cubicBezTo>
                  <a:cubicBezTo>
                    <a:pt x="57150" y="42863"/>
                    <a:pt x="46673" y="55245"/>
                    <a:pt x="32385" y="57150"/>
                  </a:cubicBezTo>
                  <a:cubicBezTo>
                    <a:pt x="31433" y="57150"/>
                    <a:pt x="31433" y="57150"/>
                    <a:pt x="30480" y="57150"/>
                  </a:cubicBezTo>
                  <a:cubicBezTo>
                    <a:pt x="24765" y="57150"/>
                    <a:pt x="19050" y="55245"/>
                    <a:pt x="15240" y="50482"/>
                  </a:cubicBezTo>
                  <a:lnTo>
                    <a:pt x="15240" y="50482"/>
                  </a:lnTo>
                  <a:lnTo>
                    <a:pt x="15240" y="74295"/>
                  </a:lnTo>
                  <a:close/>
                  <a:moveTo>
                    <a:pt x="26670" y="41910"/>
                  </a:moveTo>
                  <a:cubicBezTo>
                    <a:pt x="34290" y="42863"/>
                    <a:pt x="41910" y="38100"/>
                    <a:pt x="42863" y="29528"/>
                  </a:cubicBezTo>
                  <a:cubicBezTo>
                    <a:pt x="43815" y="20955"/>
                    <a:pt x="39052" y="14288"/>
                    <a:pt x="30480" y="13335"/>
                  </a:cubicBezTo>
                  <a:cubicBezTo>
                    <a:pt x="21908" y="12382"/>
                    <a:pt x="15240" y="17145"/>
                    <a:pt x="14288" y="25717"/>
                  </a:cubicBezTo>
                  <a:cubicBezTo>
                    <a:pt x="14288" y="26670"/>
                    <a:pt x="14288" y="26670"/>
                    <a:pt x="14288" y="27622"/>
                  </a:cubicBezTo>
                  <a:cubicBezTo>
                    <a:pt x="13335" y="35242"/>
                    <a:pt x="19050" y="40957"/>
                    <a:pt x="26670" y="41910"/>
                  </a:cubicBezTo>
                  <a:cubicBezTo>
                    <a:pt x="25717" y="41910"/>
                    <a:pt x="25717" y="41910"/>
                    <a:pt x="26670" y="41910"/>
                  </a:cubicBezTo>
                  <a:lnTo>
                    <a:pt x="26670" y="4191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" name="Полилиния: фигура 16"/>
            <p:cNvSpPr/>
            <p:nvPr/>
          </p:nvSpPr>
          <p:spPr bwMode="auto">
            <a:xfrm>
              <a:off x="6281737" y="3381109"/>
              <a:ext cx="49529" cy="56645"/>
            </a:xfrm>
            <a:custGeom>
              <a:avLst/>
              <a:gdLst>
                <a:gd name="connsiteX0" fmla="*/ 0 w 49529"/>
                <a:gd name="connsiteY0" fmla="*/ 39318 h 56645"/>
                <a:gd name="connsiteX1" fmla="*/ 23813 w 49529"/>
                <a:gd name="connsiteY1" fmla="*/ 21221 h 56645"/>
                <a:gd name="connsiteX2" fmla="*/ 33338 w 49529"/>
                <a:gd name="connsiteY2" fmla="*/ 22173 h 56645"/>
                <a:gd name="connsiteX3" fmla="*/ 33338 w 49529"/>
                <a:gd name="connsiteY3" fmla="*/ 21221 h 56645"/>
                <a:gd name="connsiteX4" fmla="*/ 24765 w 49529"/>
                <a:gd name="connsiteY4" fmla="*/ 14553 h 56645"/>
                <a:gd name="connsiteX5" fmla="*/ 12383 w 49529"/>
                <a:gd name="connsiteY5" fmla="*/ 18363 h 56645"/>
                <a:gd name="connsiteX6" fmla="*/ 2858 w 49529"/>
                <a:gd name="connsiteY6" fmla="*/ 8838 h 56645"/>
                <a:gd name="connsiteX7" fmla="*/ 25717 w 49529"/>
                <a:gd name="connsiteY7" fmla="*/ 266 h 56645"/>
                <a:gd name="connsiteX8" fmla="*/ 49530 w 49529"/>
                <a:gd name="connsiteY8" fmla="*/ 18363 h 56645"/>
                <a:gd name="connsiteX9" fmla="*/ 49530 w 49529"/>
                <a:gd name="connsiteY9" fmla="*/ 21221 h 56645"/>
                <a:gd name="connsiteX10" fmla="*/ 49530 w 49529"/>
                <a:gd name="connsiteY10" fmla="*/ 55511 h 56645"/>
                <a:gd name="connsiteX11" fmla="*/ 33338 w 49529"/>
                <a:gd name="connsiteY11" fmla="*/ 55511 h 56645"/>
                <a:gd name="connsiteX12" fmla="*/ 33338 w 49529"/>
                <a:gd name="connsiteY12" fmla="*/ 49796 h 56645"/>
                <a:gd name="connsiteX13" fmla="*/ 33338 w 49529"/>
                <a:gd name="connsiteY13" fmla="*/ 49796 h 56645"/>
                <a:gd name="connsiteX14" fmla="*/ 19050 w 49529"/>
                <a:gd name="connsiteY14" fmla="*/ 56463 h 56645"/>
                <a:gd name="connsiteX15" fmla="*/ 0 w 49529"/>
                <a:gd name="connsiteY15" fmla="*/ 39318 h 56645"/>
                <a:gd name="connsiteX16" fmla="*/ 0 w 49529"/>
                <a:gd name="connsiteY16" fmla="*/ 39318 h 56645"/>
                <a:gd name="connsiteX17" fmla="*/ 33338 w 49529"/>
                <a:gd name="connsiteY17" fmla="*/ 35508 h 56645"/>
                <a:gd name="connsiteX18" fmla="*/ 33338 w 49529"/>
                <a:gd name="connsiteY18" fmla="*/ 33603 h 56645"/>
                <a:gd name="connsiteX19" fmla="*/ 26670 w 49529"/>
                <a:gd name="connsiteY19" fmla="*/ 32651 h 56645"/>
                <a:gd name="connsiteX20" fmla="*/ 16192 w 49529"/>
                <a:gd name="connsiteY20" fmla="*/ 38366 h 56645"/>
                <a:gd name="connsiteX21" fmla="*/ 23813 w 49529"/>
                <a:gd name="connsiteY21" fmla="*/ 44081 h 56645"/>
                <a:gd name="connsiteX22" fmla="*/ 33338 w 49529"/>
                <a:gd name="connsiteY22" fmla="*/ 35508 h 56645"/>
                <a:gd name="connsiteX23" fmla="*/ 33338 w 49529"/>
                <a:gd name="connsiteY23" fmla="*/ 35508 h 5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9529" h="56645" extrusionOk="0">
                  <a:moveTo>
                    <a:pt x="0" y="39318"/>
                  </a:moveTo>
                  <a:cubicBezTo>
                    <a:pt x="0" y="30746"/>
                    <a:pt x="7620" y="21221"/>
                    <a:pt x="23813" y="21221"/>
                  </a:cubicBezTo>
                  <a:cubicBezTo>
                    <a:pt x="26670" y="21221"/>
                    <a:pt x="30480" y="21221"/>
                    <a:pt x="33338" y="22173"/>
                  </a:cubicBezTo>
                  <a:lnTo>
                    <a:pt x="33338" y="21221"/>
                  </a:lnTo>
                  <a:cubicBezTo>
                    <a:pt x="33338" y="16458"/>
                    <a:pt x="29527" y="14553"/>
                    <a:pt x="24765" y="14553"/>
                  </a:cubicBezTo>
                  <a:cubicBezTo>
                    <a:pt x="20002" y="14553"/>
                    <a:pt x="16192" y="16458"/>
                    <a:pt x="12383" y="18363"/>
                  </a:cubicBezTo>
                  <a:lnTo>
                    <a:pt x="2858" y="8838"/>
                  </a:lnTo>
                  <a:cubicBezTo>
                    <a:pt x="9525" y="3123"/>
                    <a:pt x="17145" y="266"/>
                    <a:pt x="25717" y="266"/>
                  </a:cubicBezTo>
                  <a:cubicBezTo>
                    <a:pt x="37148" y="-1639"/>
                    <a:pt x="47625" y="6933"/>
                    <a:pt x="49530" y="18363"/>
                  </a:cubicBezTo>
                  <a:cubicBezTo>
                    <a:pt x="49530" y="19316"/>
                    <a:pt x="49530" y="20268"/>
                    <a:pt x="49530" y="21221"/>
                  </a:cubicBezTo>
                  <a:lnTo>
                    <a:pt x="49530" y="55511"/>
                  </a:lnTo>
                  <a:lnTo>
                    <a:pt x="33338" y="55511"/>
                  </a:lnTo>
                  <a:lnTo>
                    <a:pt x="33338" y="49796"/>
                  </a:lnTo>
                  <a:lnTo>
                    <a:pt x="33338" y="49796"/>
                  </a:lnTo>
                  <a:cubicBezTo>
                    <a:pt x="30480" y="54558"/>
                    <a:pt x="24765" y="57416"/>
                    <a:pt x="19050" y="56463"/>
                  </a:cubicBezTo>
                  <a:cubicBezTo>
                    <a:pt x="9525" y="57416"/>
                    <a:pt x="952" y="49796"/>
                    <a:pt x="0" y="39318"/>
                  </a:cubicBezTo>
                  <a:cubicBezTo>
                    <a:pt x="0" y="40271"/>
                    <a:pt x="0" y="39318"/>
                    <a:pt x="0" y="39318"/>
                  </a:cubicBezTo>
                  <a:close/>
                  <a:moveTo>
                    <a:pt x="33338" y="35508"/>
                  </a:moveTo>
                  <a:lnTo>
                    <a:pt x="33338" y="33603"/>
                  </a:lnTo>
                  <a:cubicBezTo>
                    <a:pt x="31433" y="33603"/>
                    <a:pt x="28575" y="32651"/>
                    <a:pt x="26670" y="32651"/>
                  </a:cubicBezTo>
                  <a:cubicBezTo>
                    <a:pt x="19050" y="32651"/>
                    <a:pt x="16192" y="35508"/>
                    <a:pt x="16192" y="38366"/>
                  </a:cubicBezTo>
                  <a:cubicBezTo>
                    <a:pt x="16192" y="41223"/>
                    <a:pt x="19050" y="44081"/>
                    <a:pt x="23813" y="44081"/>
                  </a:cubicBezTo>
                  <a:cubicBezTo>
                    <a:pt x="28575" y="45033"/>
                    <a:pt x="33338" y="41223"/>
                    <a:pt x="33338" y="35508"/>
                  </a:cubicBezTo>
                  <a:cubicBezTo>
                    <a:pt x="33338" y="35508"/>
                    <a:pt x="33338" y="35508"/>
                    <a:pt x="33338" y="35508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" name="Полилиния: фигура 17"/>
            <p:cNvSpPr/>
            <p:nvPr/>
          </p:nvSpPr>
          <p:spPr bwMode="auto">
            <a:xfrm>
              <a:off x="6344602" y="3383280"/>
              <a:ext cx="48577" cy="54292"/>
            </a:xfrm>
            <a:custGeom>
              <a:avLst/>
              <a:gdLst>
                <a:gd name="connsiteX0" fmla="*/ 0 w 48577"/>
                <a:gd name="connsiteY0" fmla="*/ 0 h 54292"/>
                <a:gd name="connsiteX1" fmla="*/ 15240 w 48577"/>
                <a:gd name="connsiteY1" fmla="*/ 0 h 54292"/>
                <a:gd name="connsiteX2" fmla="*/ 15240 w 48577"/>
                <a:gd name="connsiteY2" fmla="*/ 20002 h 54292"/>
                <a:gd name="connsiteX3" fmla="*/ 33338 w 48577"/>
                <a:gd name="connsiteY3" fmla="*/ 20002 h 54292"/>
                <a:gd name="connsiteX4" fmla="*/ 33338 w 48577"/>
                <a:gd name="connsiteY4" fmla="*/ 0 h 54292"/>
                <a:gd name="connsiteX5" fmla="*/ 48577 w 48577"/>
                <a:gd name="connsiteY5" fmla="*/ 0 h 54292"/>
                <a:gd name="connsiteX6" fmla="*/ 48577 w 48577"/>
                <a:gd name="connsiteY6" fmla="*/ 54292 h 54292"/>
                <a:gd name="connsiteX7" fmla="*/ 33338 w 48577"/>
                <a:gd name="connsiteY7" fmla="*/ 54292 h 54292"/>
                <a:gd name="connsiteX8" fmla="*/ 33338 w 48577"/>
                <a:gd name="connsiteY8" fmla="*/ 34290 h 54292"/>
                <a:gd name="connsiteX9" fmla="*/ 15240 w 48577"/>
                <a:gd name="connsiteY9" fmla="*/ 34290 h 54292"/>
                <a:gd name="connsiteX10" fmla="*/ 15240 w 48577"/>
                <a:gd name="connsiteY10" fmla="*/ 54292 h 54292"/>
                <a:gd name="connsiteX11" fmla="*/ 0 w 48577"/>
                <a:gd name="connsiteY11" fmla="*/ 54292 h 54292"/>
                <a:gd name="connsiteX12" fmla="*/ 0 w 48577"/>
                <a:gd name="connsiteY12" fmla="*/ 0 h 5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8577" h="54292" extrusionOk="0">
                  <a:moveTo>
                    <a:pt x="0" y="0"/>
                  </a:moveTo>
                  <a:lnTo>
                    <a:pt x="15240" y="0"/>
                  </a:lnTo>
                  <a:lnTo>
                    <a:pt x="15240" y="20002"/>
                  </a:lnTo>
                  <a:lnTo>
                    <a:pt x="33338" y="20002"/>
                  </a:lnTo>
                  <a:lnTo>
                    <a:pt x="33338" y="0"/>
                  </a:lnTo>
                  <a:lnTo>
                    <a:pt x="48577" y="0"/>
                  </a:lnTo>
                  <a:lnTo>
                    <a:pt x="48577" y="54292"/>
                  </a:lnTo>
                  <a:lnTo>
                    <a:pt x="33338" y="54292"/>
                  </a:lnTo>
                  <a:lnTo>
                    <a:pt x="33338" y="34290"/>
                  </a:lnTo>
                  <a:lnTo>
                    <a:pt x="15240" y="34290"/>
                  </a:lnTo>
                  <a:lnTo>
                    <a:pt x="15240" y="54292"/>
                  </a:lnTo>
                  <a:lnTo>
                    <a:pt x="0" y="54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" name="Полилиния: фигура 18"/>
            <p:cNvSpPr/>
            <p:nvPr/>
          </p:nvSpPr>
          <p:spPr bwMode="auto">
            <a:xfrm>
              <a:off x="6404610" y="3382327"/>
              <a:ext cx="47625" cy="55300"/>
            </a:xfrm>
            <a:custGeom>
              <a:avLst/>
              <a:gdLst>
                <a:gd name="connsiteX0" fmla="*/ 952 w 47625"/>
                <a:gd name="connsiteY0" fmla="*/ 27622 h 55300"/>
                <a:gd name="connsiteX1" fmla="*/ 24765 w 47625"/>
                <a:gd name="connsiteY1" fmla="*/ 0 h 55300"/>
                <a:gd name="connsiteX2" fmla="*/ 27623 w 47625"/>
                <a:gd name="connsiteY2" fmla="*/ 0 h 55300"/>
                <a:gd name="connsiteX3" fmla="*/ 47625 w 47625"/>
                <a:gd name="connsiteY3" fmla="*/ 7620 h 55300"/>
                <a:gd name="connsiteX4" fmla="*/ 38100 w 47625"/>
                <a:gd name="connsiteY4" fmla="*/ 17145 h 55300"/>
                <a:gd name="connsiteX5" fmla="*/ 28575 w 47625"/>
                <a:gd name="connsiteY5" fmla="*/ 13335 h 55300"/>
                <a:gd name="connsiteX6" fmla="*/ 17145 w 47625"/>
                <a:gd name="connsiteY6" fmla="*/ 27622 h 55300"/>
                <a:gd name="connsiteX7" fmla="*/ 28575 w 47625"/>
                <a:gd name="connsiteY7" fmla="*/ 41910 h 55300"/>
                <a:gd name="connsiteX8" fmla="*/ 38100 w 47625"/>
                <a:gd name="connsiteY8" fmla="*/ 38100 h 55300"/>
                <a:gd name="connsiteX9" fmla="*/ 47625 w 47625"/>
                <a:gd name="connsiteY9" fmla="*/ 47625 h 55300"/>
                <a:gd name="connsiteX10" fmla="*/ 27623 w 47625"/>
                <a:gd name="connsiteY10" fmla="*/ 55245 h 55300"/>
                <a:gd name="connsiteX11" fmla="*/ 0 w 47625"/>
                <a:gd name="connsiteY11" fmla="*/ 30480 h 55300"/>
                <a:gd name="connsiteX12" fmla="*/ 952 w 47625"/>
                <a:gd name="connsiteY12" fmla="*/ 27622 h 5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55300" extrusionOk="0">
                  <a:moveTo>
                    <a:pt x="952" y="27622"/>
                  </a:moveTo>
                  <a:cubicBezTo>
                    <a:pt x="0" y="13335"/>
                    <a:pt x="10477" y="953"/>
                    <a:pt x="24765" y="0"/>
                  </a:cubicBezTo>
                  <a:cubicBezTo>
                    <a:pt x="25717" y="0"/>
                    <a:pt x="26670" y="0"/>
                    <a:pt x="27623" y="0"/>
                  </a:cubicBezTo>
                  <a:cubicBezTo>
                    <a:pt x="35242" y="0"/>
                    <a:pt x="42863" y="1905"/>
                    <a:pt x="47625" y="7620"/>
                  </a:cubicBezTo>
                  <a:lnTo>
                    <a:pt x="38100" y="17145"/>
                  </a:lnTo>
                  <a:cubicBezTo>
                    <a:pt x="35242" y="14288"/>
                    <a:pt x="32385" y="13335"/>
                    <a:pt x="28575" y="13335"/>
                  </a:cubicBezTo>
                  <a:cubicBezTo>
                    <a:pt x="21907" y="13335"/>
                    <a:pt x="17145" y="19050"/>
                    <a:pt x="17145" y="27622"/>
                  </a:cubicBezTo>
                  <a:cubicBezTo>
                    <a:pt x="17145" y="36195"/>
                    <a:pt x="21907" y="41910"/>
                    <a:pt x="28575" y="41910"/>
                  </a:cubicBezTo>
                  <a:cubicBezTo>
                    <a:pt x="32385" y="41910"/>
                    <a:pt x="35242" y="40957"/>
                    <a:pt x="38100" y="38100"/>
                  </a:cubicBezTo>
                  <a:lnTo>
                    <a:pt x="47625" y="47625"/>
                  </a:lnTo>
                  <a:cubicBezTo>
                    <a:pt x="41910" y="52388"/>
                    <a:pt x="35242" y="55245"/>
                    <a:pt x="27623" y="55245"/>
                  </a:cubicBezTo>
                  <a:cubicBezTo>
                    <a:pt x="13335" y="56197"/>
                    <a:pt x="952" y="44767"/>
                    <a:pt x="0" y="30480"/>
                  </a:cubicBezTo>
                  <a:cubicBezTo>
                    <a:pt x="0" y="29528"/>
                    <a:pt x="0" y="28575"/>
                    <a:pt x="952" y="27622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61760" y="3383280"/>
              <a:ext cx="46672" cy="54292"/>
            </a:xfrm>
            <a:custGeom>
              <a:avLst/>
              <a:gdLst>
                <a:gd name="connsiteX0" fmla="*/ 0 w 46672"/>
                <a:gd name="connsiteY0" fmla="*/ 0 h 54292"/>
                <a:gd name="connsiteX1" fmla="*/ 46673 w 46672"/>
                <a:gd name="connsiteY1" fmla="*/ 0 h 54292"/>
                <a:gd name="connsiteX2" fmla="*/ 46673 w 46672"/>
                <a:gd name="connsiteY2" fmla="*/ 54292 h 54292"/>
                <a:gd name="connsiteX3" fmla="*/ 31432 w 46672"/>
                <a:gd name="connsiteY3" fmla="*/ 54292 h 54292"/>
                <a:gd name="connsiteX4" fmla="*/ 31432 w 46672"/>
                <a:gd name="connsiteY4" fmla="*/ 14288 h 54292"/>
                <a:gd name="connsiteX5" fmla="*/ 15240 w 46672"/>
                <a:gd name="connsiteY5" fmla="*/ 14288 h 54292"/>
                <a:gd name="connsiteX6" fmla="*/ 15240 w 46672"/>
                <a:gd name="connsiteY6" fmla="*/ 54292 h 54292"/>
                <a:gd name="connsiteX7" fmla="*/ 0 w 46672"/>
                <a:gd name="connsiteY7" fmla="*/ 54292 h 54292"/>
                <a:gd name="connsiteX8" fmla="*/ 0 w 46672"/>
                <a:gd name="connsiteY8" fmla="*/ 0 h 5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672" h="54292" extrusionOk="0">
                  <a:moveTo>
                    <a:pt x="0" y="0"/>
                  </a:moveTo>
                  <a:lnTo>
                    <a:pt x="46673" y="0"/>
                  </a:lnTo>
                  <a:lnTo>
                    <a:pt x="46673" y="54292"/>
                  </a:lnTo>
                  <a:lnTo>
                    <a:pt x="31432" y="54292"/>
                  </a:lnTo>
                  <a:lnTo>
                    <a:pt x="31432" y="14288"/>
                  </a:lnTo>
                  <a:lnTo>
                    <a:pt x="15240" y="14288"/>
                  </a:lnTo>
                  <a:lnTo>
                    <a:pt x="15240" y="54292"/>
                  </a:lnTo>
                  <a:lnTo>
                    <a:pt x="0" y="54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Полилиния: фигура 20"/>
            <p:cNvSpPr/>
            <p:nvPr/>
          </p:nvSpPr>
          <p:spPr bwMode="auto">
            <a:xfrm>
              <a:off x="6519862" y="3383228"/>
              <a:ext cx="55296" cy="55351"/>
            </a:xfrm>
            <a:custGeom>
              <a:avLst/>
              <a:gdLst>
                <a:gd name="connsiteX0" fmla="*/ 0 w 55296"/>
                <a:gd name="connsiteY0" fmla="*/ 26722 h 55351"/>
                <a:gd name="connsiteX1" fmla="*/ 28575 w 55296"/>
                <a:gd name="connsiteY1" fmla="*/ 52 h 55351"/>
                <a:gd name="connsiteX2" fmla="*/ 55245 w 55296"/>
                <a:gd name="connsiteY2" fmla="*/ 28627 h 55351"/>
                <a:gd name="connsiteX3" fmla="*/ 27623 w 55296"/>
                <a:gd name="connsiteY3" fmla="*/ 55297 h 55351"/>
                <a:gd name="connsiteX4" fmla="*/ 0 w 55296"/>
                <a:gd name="connsiteY4" fmla="*/ 29579 h 55351"/>
                <a:gd name="connsiteX5" fmla="*/ 0 w 55296"/>
                <a:gd name="connsiteY5" fmla="*/ 26722 h 55351"/>
                <a:gd name="connsiteX6" fmla="*/ 39052 w 55296"/>
                <a:gd name="connsiteY6" fmla="*/ 26722 h 55351"/>
                <a:gd name="connsiteX7" fmla="*/ 27623 w 55296"/>
                <a:gd name="connsiteY7" fmla="*/ 12434 h 55351"/>
                <a:gd name="connsiteX8" fmla="*/ 16192 w 55296"/>
                <a:gd name="connsiteY8" fmla="*/ 26722 h 55351"/>
                <a:gd name="connsiteX9" fmla="*/ 27623 w 55296"/>
                <a:gd name="connsiteY9" fmla="*/ 41009 h 55351"/>
                <a:gd name="connsiteX10" fmla="*/ 39052 w 55296"/>
                <a:gd name="connsiteY10" fmla="*/ 26722 h 55351"/>
                <a:gd name="connsiteX11" fmla="*/ 39052 w 55296"/>
                <a:gd name="connsiteY11" fmla="*/ 26722 h 55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5296" h="55351" extrusionOk="0">
                  <a:moveTo>
                    <a:pt x="0" y="26722"/>
                  </a:moveTo>
                  <a:cubicBezTo>
                    <a:pt x="952" y="11482"/>
                    <a:pt x="13335" y="-901"/>
                    <a:pt x="28575" y="52"/>
                  </a:cubicBezTo>
                  <a:cubicBezTo>
                    <a:pt x="43815" y="1004"/>
                    <a:pt x="56198" y="13387"/>
                    <a:pt x="55245" y="28627"/>
                  </a:cubicBezTo>
                  <a:cubicBezTo>
                    <a:pt x="54292" y="43867"/>
                    <a:pt x="42863" y="55297"/>
                    <a:pt x="27623" y="55297"/>
                  </a:cubicBezTo>
                  <a:cubicBezTo>
                    <a:pt x="13335" y="56249"/>
                    <a:pt x="0" y="44819"/>
                    <a:pt x="0" y="29579"/>
                  </a:cubicBezTo>
                  <a:cubicBezTo>
                    <a:pt x="0" y="28627"/>
                    <a:pt x="0" y="27674"/>
                    <a:pt x="0" y="26722"/>
                  </a:cubicBezTo>
                  <a:close/>
                  <a:moveTo>
                    <a:pt x="39052" y="26722"/>
                  </a:moveTo>
                  <a:cubicBezTo>
                    <a:pt x="39052" y="18149"/>
                    <a:pt x="34290" y="12434"/>
                    <a:pt x="27623" y="12434"/>
                  </a:cubicBezTo>
                  <a:cubicBezTo>
                    <a:pt x="20955" y="12434"/>
                    <a:pt x="16192" y="18149"/>
                    <a:pt x="16192" y="26722"/>
                  </a:cubicBezTo>
                  <a:cubicBezTo>
                    <a:pt x="16192" y="35294"/>
                    <a:pt x="20955" y="41009"/>
                    <a:pt x="27623" y="41009"/>
                  </a:cubicBezTo>
                  <a:cubicBezTo>
                    <a:pt x="34290" y="41009"/>
                    <a:pt x="39052" y="35294"/>
                    <a:pt x="39052" y="26722"/>
                  </a:cubicBezTo>
                  <a:lnTo>
                    <a:pt x="39052" y="26722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Полилиния: фигура 21"/>
            <p:cNvSpPr/>
            <p:nvPr/>
          </p:nvSpPr>
          <p:spPr bwMode="auto">
            <a:xfrm>
              <a:off x="6586537" y="3382327"/>
              <a:ext cx="55468" cy="74294"/>
            </a:xfrm>
            <a:custGeom>
              <a:avLst/>
              <a:gdLst>
                <a:gd name="connsiteX0" fmla="*/ 15240 w 55468"/>
                <a:gd name="connsiteY0" fmla="*/ 74295 h 74294"/>
                <a:gd name="connsiteX1" fmla="*/ 0 w 55468"/>
                <a:gd name="connsiteY1" fmla="*/ 74295 h 74294"/>
                <a:gd name="connsiteX2" fmla="*/ 0 w 55468"/>
                <a:gd name="connsiteY2" fmla="*/ 953 h 74294"/>
                <a:gd name="connsiteX3" fmla="*/ 15240 w 55468"/>
                <a:gd name="connsiteY3" fmla="*/ 953 h 74294"/>
                <a:gd name="connsiteX4" fmla="*/ 15240 w 55468"/>
                <a:gd name="connsiteY4" fmla="*/ 6667 h 74294"/>
                <a:gd name="connsiteX5" fmla="*/ 15240 w 55468"/>
                <a:gd name="connsiteY5" fmla="*/ 6667 h 74294"/>
                <a:gd name="connsiteX6" fmla="*/ 30480 w 55468"/>
                <a:gd name="connsiteY6" fmla="*/ 0 h 74294"/>
                <a:gd name="connsiteX7" fmla="*/ 55245 w 55468"/>
                <a:gd name="connsiteY7" fmla="*/ 26670 h 74294"/>
                <a:gd name="connsiteX8" fmla="*/ 55245 w 55468"/>
                <a:gd name="connsiteY8" fmla="*/ 28575 h 74294"/>
                <a:gd name="connsiteX9" fmla="*/ 32385 w 55468"/>
                <a:gd name="connsiteY9" fmla="*/ 57150 h 74294"/>
                <a:gd name="connsiteX10" fmla="*/ 30480 w 55468"/>
                <a:gd name="connsiteY10" fmla="*/ 57150 h 74294"/>
                <a:gd name="connsiteX11" fmla="*/ 15240 w 55468"/>
                <a:gd name="connsiteY11" fmla="*/ 50482 h 74294"/>
                <a:gd name="connsiteX12" fmla="*/ 15240 w 55468"/>
                <a:gd name="connsiteY12" fmla="*/ 50482 h 74294"/>
                <a:gd name="connsiteX13" fmla="*/ 15240 w 55468"/>
                <a:gd name="connsiteY13" fmla="*/ 74295 h 74294"/>
                <a:gd name="connsiteX14" fmla="*/ 27623 w 55468"/>
                <a:gd name="connsiteY14" fmla="*/ 41910 h 74294"/>
                <a:gd name="connsiteX15" fmla="*/ 43815 w 55468"/>
                <a:gd name="connsiteY15" fmla="*/ 29528 h 74294"/>
                <a:gd name="connsiteX16" fmla="*/ 31433 w 55468"/>
                <a:gd name="connsiteY16" fmla="*/ 13335 h 74294"/>
                <a:gd name="connsiteX17" fmla="*/ 15240 w 55468"/>
                <a:gd name="connsiteY17" fmla="*/ 25717 h 74294"/>
                <a:gd name="connsiteX18" fmla="*/ 15240 w 55468"/>
                <a:gd name="connsiteY18" fmla="*/ 27622 h 74294"/>
                <a:gd name="connsiteX19" fmla="*/ 27623 w 55468"/>
                <a:gd name="connsiteY19" fmla="*/ 41910 h 74294"/>
                <a:gd name="connsiteX20" fmla="*/ 27623 w 55468"/>
                <a:gd name="connsiteY20" fmla="*/ 41910 h 74294"/>
                <a:gd name="connsiteX21" fmla="*/ 27623 w 55468"/>
                <a:gd name="connsiteY21" fmla="*/ 41910 h 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468" h="74294" extrusionOk="0">
                  <a:moveTo>
                    <a:pt x="15240" y="74295"/>
                  </a:moveTo>
                  <a:lnTo>
                    <a:pt x="0" y="74295"/>
                  </a:lnTo>
                  <a:lnTo>
                    <a:pt x="0" y="953"/>
                  </a:lnTo>
                  <a:lnTo>
                    <a:pt x="15240" y="953"/>
                  </a:lnTo>
                  <a:lnTo>
                    <a:pt x="15240" y="6667"/>
                  </a:lnTo>
                  <a:lnTo>
                    <a:pt x="15240" y="6667"/>
                  </a:lnTo>
                  <a:cubicBezTo>
                    <a:pt x="19050" y="1905"/>
                    <a:pt x="24765" y="0"/>
                    <a:pt x="30480" y="0"/>
                  </a:cubicBezTo>
                  <a:cubicBezTo>
                    <a:pt x="44767" y="953"/>
                    <a:pt x="56198" y="12382"/>
                    <a:pt x="55245" y="26670"/>
                  </a:cubicBezTo>
                  <a:cubicBezTo>
                    <a:pt x="55245" y="27622"/>
                    <a:pt x="55245" y="27622"/>
                    <a:pt x="55245" y="28575"/>
                  </a:cubicBezTo>
                  <a:cubicBezTo>
                    <a:pt x="57150" y="42863"/>
                    <a:pt x="46673" y="55245"/>
                    <a:pt x="32385" y="57150"/>
                  </a:cubicBezTo>
                  <a:cubicBezTo>
                    <a:pt x="31433" y="57150"/>
                    <a:pt x="31433" y="57150"/>
                    <a:pt x="30480" y="57150"/>
                  </a:cubicBezTo>
                  <a:cubicBezTo>
                    <a:pt x="24765" y="57150"/>
                    <a:pt x="19050" y="55245"/>
                    <a:pt x="15240" y="50482"/>
                  </a:cubicBezTo>
                  <a:lnTo>
                    <a:pt x="15240" y="50482"/>
                  </a:lnTo>
                  <a:lnTo>
                    <a:pt x="15240" y="74295"/>
                  </a:lnTo>
                  <a:close/>
                  <a:moveTo>
                    <a:pt x="27623" y="41910"/>
                  </a:moveTo>
                  <a:cubicBezTo>
                    <a:pt x="35242" y="42863"/>
                    <a:pt x="42863" y="38100"/>
                    <a:pt x="43815" y="29528"/>
                  </a:cubicBezTo>
                  <a:cubicBezTo>
                    <a:pt x="44767" y="20955"/>
                    <a:pt x="40005" y="14288"/>
                    <a:pt x="31433" y="13335"/>
                  </a:cubicBezTo>
                  <a:cubicBezTo>
                    <a:pt x="23813" y="12382"/>
                    <a:pt x="16192" y="17145"/>
                    <a:pt x="15240" y="25717"/>
                  </a:cubicBezTo>
                  <a:cubicBezTo>
                    <a:pt x="15240" y="26670"/>
                    <a:pt x="15240" y="26670"/>
                    <a:pt x="15240" y="27622"/>
                  </a:cubicBezTo>
                  <a:cubicBezTo>
                    <a:pt x="14288" y="35242"/>
                    <a:pt x="20002" y="40957"/>
                    <a:pt x="27623" y="41910"/>
                  </a:cubicBezTo>
                  <a:cubicBezTo>
                    <a:pt x="26670" y="41910"/>
                    <a:pt x="27623" y="41910"/>
                    <a:pt x="27623" y="41910"/>
                  </a:cubicBezTo>
                  <a:lnTo>
                    <a:pt x="27623" y="4191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Полилиния: фигура 22"/>
            <p:cNvSpPr/>
            <p:nvPr/>
          </p:nvSpPr>
          <p:spPr bwMode="auto">
            <a:xfrm>
              <a:off x="6648450" y="3383280"/>
              <a:ext cx="48577" cy="53339"/>
            </a:xfrm>
            <a:custGeom>
              <a:avLst/>
              <a:gdLst>
                <a:gd name="connsiteX0" fmla="*/ 16192 w 48577"/>
                <a:gd name="connsiteY0" fmla="*/ 13335 h 53339"/>
                <a:gd name="connsiteX1" fmla="*/ 0 w 48577"/>
                <a:gd name="connsiteY1" fmla="*/ 13335 h 53339"/>
                <a:gd name="connsiteX2" fmla="*/ 0 w 48577"/>
                <a:gd name="connsiteY2" fmla="*/ 0 h 53339"/>
                <a:gd name="connsiteX3" fmla="*/ 48577 w 48577"/>
                <a:gd name="connsiteY3" fmla="*/ 0 h 53339"/>
                <a:gd name="connsiteX4" fmla="*/ 43815 w 48577"/>
                <a:gd name="connsiteY4" fmla="*/ 13335 h 53339"/>
                <a:gd name="connsiteX5" fmla="*/ 32385 w 48577"/>
                <a:gd name="connsiteY5" fmla="*/ 13335 h 53339"/>
                <a:gd name="connsiteX6" fmla="*/ 32385 w 48577"/>
                <a:gd name="connsiteY6" fmla="*/ 53340 h 53339"/>
                <a:gd name="connsiteX7" fmla="*/ 17145 w 48577"/>
                <a:gd name="connsiteY7" fmla="*/ 53340 h 53339"/>
                <a:gd name="connsiteX8" fmla="*/ 16192 w 48577"/>
                <a:gd name="connsiteY8" fmla="*/ 13335 h 53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577" h="53339" extrusionOk="0">
                  <a:moveTo>
                    <a:pt x="16192" y="13335"/>
                  </a:moveTo>
                  <a:lnTo>
                    <a:pt x="0" y="13335"/>
                  </a:lnTo>
                  <a:lnTo>
                    <a:pt x="0" y="0"/>
                  </a:lnTo>
                  <a:lnTo>
                    <a:pt x="48577" y="0"/>
                  </a:lnTo>
                  <a:lnTo>
                    <a:pt x="43815" y="13335"/>
                  </a:lnTo>
                  <a:lnTo>
                    <a:pt x="32385" y="13335"/>
                  </a:lnTo>
                  <a:lnTo>
                    <a:pt x="32385" y="53340"/>
                  </a:lnTo>
                  <a:lnTo>
                    <a:pt x="17145" y="53340"/>
                  </a:lnTo>
                  <a:lnTo>
                    <a:pt x="16192" y="13335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/>
  <p:txStyles>
    <p:titleStyle>
      <a:lvl1pPr algn="l" defTabSz="914446" rtl="0">
        <a:lnSpc>
          <a:spcPct val="100000"/>
        </a:lnSpc>
        <a:spcBef>
          <a:spcPts val="0"/>
        </a:spcBef>
        <a:buNone/>
        <a:defRPr lang="en-US" sz="2400" b="1">
          <a:solidFill>
            <a:schemeClr val="accent5"/>
          </a:solidFill>
          <a:latin typeface="Arial"/>
          <a:ea typeface="+mj-ea"/>
          <a:cs typeface="+mj-cs"/>
        </a:defRPr>
      </a:lvl1pPr>
    </p:titleStyle>
    <p:bodyStyle>
      <a:lvl1pPr marL="0" indent="0" algn="l" defTabSz="914446" rtl="0">
        <a:lnSpc>
          <a:spcPct val="100000"/>
        </a:lnSpc>
        <a:spcBef>
          <a:spcPts val="0"/>
        </a:spcBef>
        <a:buClr>
          <a:schemeClr val="accent4"/>
        </a:buClr>
        <a:buFont typeface="Wingdings"/>
        <a:buNone/>
        <a:defRPr lang="ru-RU" sz="1200">
          <a:solidFill>
            <a:schemeClr val="tx1"/>
          </a:solidFill>
          <a:latin typeface="+mn-lt"/>
          <a:ea typeface="+mn-ea"/>
          <a:cs typeface="+mn-cs"/>
        </a:defRPr>
      </a:lvl1pPr>
      <a:lvl2pPr marL="144006" indent="-144006" algn="l" defTabSz="914446" rtl="0">
        <a:lnSpc>
          <a:spcPct val="100000"/>
        </a:lnSpc>
        <a:spcBef>
          <a:spcPts val="0"/>
        </a:spcBef>
        <a:buClr>
          <a:schemeClr val="accent5"/>
        </a:buClr>
        <a:buFont typeface="Wingdings"/>
        <a:buChar char="§"/>
        <a:defRPr lang="ru-RU" sz="1200">
          <a:solidFill>
            <a:schemeClr val="tx1"/>
          </a:solidFill>
          <a:latin typeface="+mn-lt"/>
          <a:ea typeface="+mn-ea"/>
          <a:cs typeface="+mn-cs"/>
        </a:defRPr>
      </a:lvl2pPr>
      <a:lvl3pPr marL="288015" indent="-144006" algn="l" defTabSz="914446" rtl="0">
        <a:lnSpc>
          <a:spcPct val="100000"/>
        </a:lnSpc>
        <a:spcBef>
          <a:spcPts val="0"/>
        </a:spcBef>
        <a:buClr>
          <a:schemeClr val="accent5"/>
        </a:buClr>
        <a:buFont typeface="Arial"/>
        <a:buChar char="−"/>
        <a:defRPr lang="ru-RU" sz="1200">
          <a:solidFill>
            <a:schemeClr val="tx1"/>
          </a:solidFill>
          <a:latin typeface="+mn-lt"/>
          <a:ea typeface="+mn-ea"/>
          <a:cs typeface="+mn-cs"/>
        </a:defRPr>
      </a:lvl3pPr>
      <a:lvl4pPr marL="432022" indent="-144006" algn="l" defTabSz="914446" rtl="0">
        <a:lnSpc>
          <a:spcPct val="100000"/>
        </a:lnSpc>
        <a:spcBef>
          <a:spcPts val="0"/>
        </a:spcBef>
        <a:buClr>
          <a:schemeClr val="accent5"/>
        </a:buClr>
        <a:buFont typeface="Arial"/>
        <a:buChar char="▫"/>
        <a:defRPr lang="ru-RU" sz="1200">
          <a:solidFill>
            <a:schemeClr val="tx1"/>
          </a:solidFill>
          <a:latin typeface="+mn-lt"/>
          <a:ea typeface="+mn-ea"/>
          <a:cs typeface="+mn-cs"/>
        </a:defRPr>
      </a:lvl4pPr>
      <a:lvl5pPr marL="576029" indent="-144006" algn="l" defTabSz="914446" rtl="0">
        <a:lnSpc>
          <a:spcPct val="100000"/>
        </a:lnSpc>
        <a:spcBef>
          <a:spcPts val="0"/>
        </a:spcBef>
        <a:buClr>
          <a:schemeClr val="accent5"/>
        </a:buClr>
        <a:buFont typeface="Arial"/>
        <a:buChar char="-"/>
        <a:defRPr lang="en-US" sz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24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338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5933807" name="Заголовок 7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Название проекта, который реализуете в рамках отчета по курсу</a:t>
            </a:r>
            <a:endParaRPr/>
          </a:p>
        </p:txBody>
      </p:sp>
      <p:sp>
        <p:nvSpPr>
          <p:cNvPr id="1362476454" name="Текст 8"/>
          <p:cNvSpPr>
            <a:spLocks noGrp="1"/>
          </p:cNvSpPr>
          <p:nvPr>
            <p:ph type="body" sz="quarter" idx="14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ДПП ПП «Фронтенд и бэкенд разработка»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Выполнил: студент группы ХХХХ-ХХ-ХХ</a:t>
            </a:r>
            <a:endParaRPr/>
          </a:p>
          <a:p>
            <a:pPr>
              <a:defRPr/>
            </a:pPr>
            <a:r>
              <a:rPr lang="ru-RU"/>
              <a:t>Фамилия Имя Отчество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8593940" name="Подзаголовок 2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Цель и задачи работы</a:t>
            </a:r>
            <a:endParaRPr/>
          </a:p>
        </p:txBody>
      </p:sp>
      <p:sp>
        <p:nvSpPr>
          <p:cNvPr id="1061407742" name="Заголовок 2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Название проекта, который реализуете </a:t>
            </a:r>
            <a:br>
              <a:rPr lang="ru-RU"/>
            </a:br>
            <a:r>
              <a:rPr lang="ru-RU"/>
              <a:t>в рамках отчета по курсу</a:t>
            </a:r>
            <a:endParaRPr/>
          </a:p>
        </p:txBody>
      </p:sp>
      <p:sp>
        <p:nvSpPr>
          <p:cNvPr id="1970990418" name="Текст 23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0791380" name="Подзаголовок 2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Анализ конкурентов</a:t>
            </a:r>
            <a:endParaRPr/>
          </a:p>
        </p:txBody>
      </p:sp>
      <p:sp>
        <p:nvSpPr>
          <p:cNvPr id="906212014" name="Заголовок 2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Актуальность исследования </a:t>
            </a:r>
            <a:br>
              <a:rPr lang="ru-RU"/>
            </a:br>
            <a:r>
              <a:rPr lang="ru-RU"/>
              <a:t>и анализ конкурентных решений</a:t>
            </a:r>
            <a:endParaRPr/>
          </a:p>
        </p:txBody>
      </p:sp>
      <p:sp>
        <p:nvSpPr>
          <p:cNvPr id="1924470106" name="Текст 23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179845" name="Подзаголовок 2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Требования к веб-приложению</a:t>
            </a:r>
          </a:p>
        </p:txBody>
      </p:sp>
      <p:sp>
        <p:nvSpPr>
          <p:cNvPr id="211905434" name="Заголовок 2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Требования к веб-приложению</a:t>
            </a:r>
            <a:br>
              <a:rPr lang="ru-RU"/>
            </a:br>
            <a:r>
              <a:rPr lang="ru-RU"/>
              <a:t>и его характеристика</a:t>
            </a:r>
            <a:endParaRPr/>
          </a:p>
        </p:txBody>
      </p:sp>
      <p:sp>
        <p:nvSpPr>
          <p:cNvPr id="1669878407" name="Текст 23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016903" name="Подзаголовок 2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Используемый стек</a:t>
            </a:r>
            <a:endParaRPr/>
          </a:p>
        </p:txBody>
      </p:sp>
      <p:sp>
        <p:nvSpPr>
          <p:cNvPr id="813370003" name="Заголовок 2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Используемый для реализации проекта</a:t>
            </a:r>
            <a:br>
              <a:rPr lang="ru-RU"/>
            </a:br>
            <a:r>
              <a:rPr lang="ru-RU"/>
              <a:t>технологический стек</a:t>
            </a:r>
            <a:endParaRPr/>
          </a:p>
        </p:txBody>
      </p:sp>
      <p:sp>
        <p:nvSpPr>
          <p:cNvPr id="1328163733" name="Текст 23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2579575" name="Подзаголовок 2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Результаты разработки</a:t>
            </a:r>
            <a:endParaRPr/>
          </a:p>
        </p:txBody>
      </p:sp>
      <p:sp>
        <p:nvSpPr>
          <p:cNvPr id="2047250096" name="Заголовок 2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Результаты разработки</a:t>
            </a:r>
            <a:br>
              <a:rPr lang="ru-RU"/>
            </a:br>
            <a:r>
              <a:rPr lang="ru-RU"/>
              <a:t>и ссылка на готовое решение</a:t>
            </a:r>
            <a:endParaRPr/>
          </a:p>
        </p:txBody>
      </p:sp>
      <p:sp>
        <p:nvSpPr>
          <p:cNvPr id="200993098" name="Текст 23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0757756" name="Подзаголовок 5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20727833" name="Заголовок 5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51565822" name="Текст 53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08795264" name="Рисунок 54"/>
          <p:cNvSpPr>
            <a:spLocks noGrp="1"/>
          </p:cNvSpPr>
          <p:nvPr>
            <p:ph type="pic" sz="quarter" idx="14"/>
          </p:nvPr>
        </p:nvSpPr>
        <p:spPr bwMode="auto"/>
      </p:sp>
      <p:sp>
        <p:nvSpPr>
          <p:cNvPr id="724873473" name="Текст 55"/>
          <p:cNvSpPr>
            <a:spLocks noGrp="1"/>
          </p:cNvSpPr>
          <p:nvPr>
            <p:ph type="body" sz="quarter" idx="1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716651" name="Прямоугольник: скругленные углы 46"/>
          <p:cNvSpPr/>
          <p:nvPr/>
        </p:nvSpPr>
        <p:spPr bwMode="auto">
          <a:xfrm>
            <a:off x="317500" y="1268413"/>
            <a:ext cx="3632198" cy="5040312"/>
          </a:xfrm>
          <a:prstGeom prst="roundRect">
            <a:avLst>
              <a:gd name="adj" fmla="val 6586"/>
            </a:avLst>
          </a:prstGeom>
          <a:noFill/>
          <a:ln w="9525"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66019222" name="Прямоугольник: скругленные углы 47"/>
          <p:cNvSpPr/>
          <p:nvPr/>
        </p:nvSpPr>
        <p:spPr bwMode="auto">
          <a:xfrm>
            <a:off x="4305300" y="1268413"/>
            <a:ext cx="3632198" cy="5040312"/>
          </a:xfrm>
          <a:prstGeom prst="roundRect">
            <a:avLst>
              <a:gd name="adj" fmla="val 6586"/>
            </a:avLst>
          </a:prstGeom>
          <a:noFill/>
          <a:ln w="9525"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502915929" name="Прямоугольник: скругленные углы 48"/>
          <p:cNvSpPr/>
          <p:nvPr/>
        </p:nvSpPr>
        <p:spPr bwMode="auto">
          <a:xfrm>
            <a:off x="8255000" y="1268413"/>
            <a:ext cx="3632198" cy="5040312"/>
          </a:xfrm>
          <a:prstGeom prst="roundRect">
            <a:avLst>
              <a:gd name="adj" fmla="val 6586"/>
            </a:avLst>
          </a:prstGeom>
          <a:noFill/>
          <a:ln w="9525"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47130367" name="Подзаголовок 2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16921140" name="Заголовок 2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36435312" name="Текст 23"/>
          <p:cNvSpPr>
            <a:spLocks noGrp="1"/>
          </p:cNvSpPr>
          <p:nvPr>
            <p:ph type="body" sz="quarter" idx="1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graphicFrame>
        <p:nvGraphicFramePr>
          <p:cNvPr id="404325887" name="Диаграмма 31"/>
          <p:cNvGraphicFramePr>
            <a:graphicFrameLocks noGrp="1"/>
          </p:cNvGraphicFramePr>
          <p:nvPr>
            <p:ph type="chart" sz="quarter" idx="20"/>
          </p:nvPr>
        </p:nvGraphicFramePr>
        <p:xfrm>
          <a:off x="469900" y="1993901"/>
          <a:ext cx="3322640" cy="4178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58004147" name="Текст 25"/>
          <p:cNvSpPr>
            <a:spLocks noGrp="1"/>
          </p:cNvSpPr>
          <p:nvPr>
            <p:ph type="body" sz="quarter" idx="2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graphicFrame>
        <p:nvGraphicFramePr>
          <p:cNvPr id="1001915979" name="Диаграмма 34"/>
          <p:cNvGraphicFramePr>
            <a:graphicFrameLocks noGrp="1"/>
          </p:cNvGraphicFramePr>
          <p:nvPr>
            <p:ph type="chart" sz="quarter" idx="22"/>
          </p:nvPr>
        </p:nvGraphicFramePr>
        <p:xfrm>
          <a:off x="4449763" y="2171700"/>
          <a:ext cx="3322637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57479397" name="Текст 27"/>
          <p:cNvSpPr>
            <a:spLocks noGrp="1"/>
          </p:cNvSpPr>
          <p:nvPr>
            <p:ph type="body" sz="quarter" idx="23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graphicFrame>
        <p:nvGraphicFramePr>
          <p:cNvPr id="1468041319" name="Диаграмма 37"/>
          <p:cNvGraphicFramePr>
            <a:graphicFrameLocks noGrp="1"/>
          </p:cNvGraphicFramePr>
          <p:nvPr>
            <p:ph type="chart" sz="quarter" idx="24"/>
          </p:nvPr>
        </p:nvGraphicFramePr>
        <p:xfrm>
          <a:off x="8399463" y="2171700"/>
          <a:ext cx="3348037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980628" name="Рисунок 4"/>
          <p:cNvSpPr>
            <a:spLocks noGrp="1"/>
          </p:cNvSpPr>
          <p:nvPr>
            <p:ph type="pic" sz="quarter" idx="14"/>
          </p:nvPr>
        </p:nvSpPr>
        <p:spPr bwMode="auto"/>
      </p:sp>
      <p:sp>
        <p:nvSpPr>
          <p:cNvPr id="1353714297" name="Рисунок 9"/>
          <p:cNvSpPr>
            <a:spLocks noGrp="1"/>
          </p:cNvSpPr>
          <p:nvPr>
            <p:ph type="pic" sz="quarter" idx="20"/>
          </p:nvPr>
        </p:nvSpPr>
        <p:spPr bwMode="auto"/>
      </p:sp>
      <p:sp>
        <p:nvSpPr>
          <p:cNvPr id="1020981326" name="Рисунок 10"/>
          <p:cNvSpPr>
            <a:spLocks noGrp="1"/>
          </p:cNvSpPr>
          <p:nvPr>
            <p:ph type="pic" sz="quarter" idx="21"/>
          </p:nvPr>
        </p:nvSpPr>
        <p:spPr bwMode="auto"/>
      </p:sp>
      <p:sp>
        <p:nvSpPr>
          <p:cNvPr id="693751882" name="Рисунок 11"/>
          <p:cNvSpPr>
            <a:spLocks noGrp="1"/>
          </p:cNvSpPr>
          <p:nvPr>
            <p:ph type="pic" sz="quarter" idx="22"/>
          </p:nvPr>
        </p:nvSpPr>
        <p:spPr bwMode="auto"/>
      </p:sp>
      <p:sp>
        <p:nvSpPr>
          <p:cNvPr id="1931324521" name="Рисунок 12"/>
          <p:cNvSpPr>
            <a:spLocks noGrp="1"/>
          </p:cNvSpPr>
          <p:nvPr>
            <p:ph type="pic" sz="quarter" idx="23"/>
          </p:nvPr>
        </p:nvSpPr>
        <p:spPr bwMode="auto"/>
      </p:sp>
      <p:sp>
        <p:nvSpPr>
          <p:cNvPr id="1836627736" name="Рисунок 13"/>
          <p:cNvSpPr>
            <a:spLocks noGrp="1"/>
          </p:cNvSpPr>
          <p:nvPr>
            <p:ph type="pic" sz="quarter" idx="24"/>
          </p:nvPr>
        </p:nvSpPr>
        <p:spPr bwMode="auto"/>
      </p:sp>
      <p:sp>
        <p:nvSpPr>
          <p:cNvPr id="353162142" name="Подзаголовок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08031598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9437101" name="Текст 3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38568419" name="Текст 5"/>
          <p:cNvSpPr>
            <a:spLocks noGrp="1"/>
          </p:cNvSpPr>
          <p:nvPr>
            <p:ph type="body" sz="quarter" idx="1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pic>
        <p:nvPicPr>
          <p:cNvPr id="968869396" name="Рисунок 14"/>
          <p:cNvPicPr>
            <a:picLocks noChangeAspect="1"/>
          </p:cNvPicPr>
          <p:nvPr/>
        </p:nvPicPr>
        <p:blipFill rotWithShape="1">
          <a:blip r:embed="rId3"/>
          <a:srcRect t="9867" b="31442"/>
          <a:stretch/>
        </p:blipFill>
        <p:spPr bwMode="auto">
          <a:xfrm>
            <a:off x="2471241" y="1268413"/>
            <a:ext cx="2253989" cy="5040312"/>
          </a:xfrm>
          <a:prstGeom prst="roundRect">
            <a:avLst>
              <a:gd name="adj" fmla="val 5446"/>
            </a:avLst>
          </a:prstGeom>
        </p:spPr>
      </p:pic>
      <p:sp>
        <p:nvSpPr>
          <p:cNvPr id="2053955290" name="TextBox 15"/>
          <p:cNvSpPr txBox="1"/>
          <p:nvPr/>
        </p:nvSpPr>
        <p:spPr bwMode="auto">
          <a:xfrm>
            <a:off x="2643764" y="1813403"/>
            <a:ext cx="1957363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>
                <a:solidFill>
                  <a:schemeClr val="bg1"/>
                </a:solidFill>
                <a:latin typeface="Arial"/>
              </a:rPr>
              <a:t>Пример надписи на фоне</a:t>
            </a:r>
            <a:endParaRPr/>
          </a:p>
        </p:txBody>
      </p:sp>
      <p:grpSp>
        <p:nvGrpSpPr>
          <p:cNvPr id="1161305738" name="Группа 16"/>
          <p:cNvGrpSpPr/>
          <p:nvPr/>
        </p:nvGrpSpPr>
        <p:grpSpPr bwMode="auto">
          <a:xfrm>
            <a:off x="2661965" y="4686701"/>
            <a:ext cx="916071" cy="1425538"/>
            <a:chOff x="518105" y="4710621"/>
            <a:chExt cx="1027328" cy="1598669"/>
          </a:xfrm>
        </p:grpSpPr>
        <p:grpSp>
          <p:nvGrpSpPr>
            <p:cNvPr id="18" name="Рисунок 34"/>
            <p:cNvGrpSpPr/>
            <p:nvPr/>
          </p:nvGrpSpPr>
          <p:grpSpPr bwMode="auto">
            <a:xfrm>
              <a:off x="518105" y="5300639"/>
              <a:ext cx="661511" cy="1008651"/>
              <a:chOff x="379677" y="5300639"/>
              <a:chExt cx="661511" cy="1008651"/>
            </a:xfrm>
            <a:solidFill>
              <a:srgbClr val="365CA7"/>
            </a:solidFill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379677" y="5541585"/>
                <a:ext cx="661511" cy="767705"/>
              </a:xfrm>
              <a:custGeom>
                <a:avLst/>
                <a:gdLst>
                  <a:gd name="connsiteX0" fmla="*/ 292437 w 661511"/>
                  <a:gd name="connsiteY0" fmla="*/ 507358 h 767705"/>
                  <a:gd name="connsiteX1" fmla="*/ 276765 w 661511"/>
                  <a:gd name="connsiteY1" fmla="*/ 564166 h 767705"/>
                  <a:gd name="connsiteX2" fmla="*/ 255217 w 661511"/>
                  <a:gd name="connsiteY2" fmla="*/ 605304 h 767705"/>
                  <a:gd name="connsiteX3" fmla="*/ 172943 w 661511"/>
                  <a:gd name="connsiteY3" fmla="*/ 713044 h 767705"/>
                  <a:gd name="connsiteX4" fmla="*/ 145518 w 661511"/>
                  <a:gd name="connsiteY4" fmla="*/ 744386 h 767705"/>
                  <a:gd name="connsiteX5" fmla="*/ 43655 w 661511"/>
                  <a:gd name="connsiteY5" fmla="*/ 748304 h 767705"/>
                  <a:gd name="connsiteX6" fmla="*/ 37778 w 661511"/>
                  <a:gd name="connsiteY6" fmla="*/ 642523 h 767705"/>
                  <a:gd name="connsiteX7" fmla="*/ 135724 w 661511"/>
                  <a:gd name="connsiteY7" fmla="*/ 517153 h 767705"/>
                  <a:gd name="connsiteX8" fmla="*/ 151395 w 661511"/>
                  <a:gd name="connsiteY8" fmla="*/ 474057 h 767705"/>
                  <a:gd name="connsiteX9" fmla="*/ 204286 w 661511"/>
                  <a:gd name="connsiteY9" fmla="*/ 223316 h 767705"/>
                  <a:gd name="connsiteX10" fmla="*/ 206245 w 661511"/>
                  <a:gd name="connsiteY10" fmla="*/ 209604 h 767705"/>
                  <a:gd name="connsiteX11" fmla="*/ 172943 w 661511"/>
                  <a:gd name="connsiteY11" fmla="*/ 238987 h 767705"/>
                  <a:gd name="connsiteX12" fmla="*/ 122011 w 661511"/>
                  <a:gd name="connsiteY12" fmla="*/ 354563 h 767705"/>
                  <a:gd name="connsiteX13" fmla="*/ 14271 w 661511"/>
                  <a:gd name="connsiteY13" fmla="*/ 368275 h 767705"/>
                  <a:gd name="connsiteX14" fmla="*/ 4477 w 661511"/>
                  <a:gd name="connsiteY14" fmla="*/ 303631 h 767705"/>
                  <a:gd name="connsiteX15" fmla="*/ 69121 w 661511"/>
                  <a:gd name="connsiteY15" fmla="*/ 152795 h 767705"/>
                  <a:gd name="connsiteX16" fmla="*/ 104381 w 661511"/>
                  <a:gd name="connsiteY16" fmla="*/ 113617 h 767705"/>
                  <a:gd name="connsiteX17" fmla="*/ 219957 w 661511"/>
                  <a:gd name="connsiteY17" fmla="*/ 25466 h 767705"/>
                  <a:gd name="connsiteX18" fmla="*/ 296354 w 661511"/>
                  <a:gd name="connsiteY18" fmla="*/ 0 h 767705"/>
                  <a:gd name="connsiteX19" fmla="*/ 355122 w 661511"/>
                  <a:gd name="connsiteY19" fmla="*/ 1959 h 767705"/>
                  <a:gd name="connsiteX20" fmla="*/ 421725 w 661511"/>
                  <a:gd name="connsiteY20" fmla="*/ 43096 h 767705"/>
                  <a:gd name="connsiteX21" fmla="*/ 505958 w 661511"/>
                  <a:gd name="connsiteY21" fmla="*/ 160631 h 767705"/>
                  <a:gd name="connsiteX22" fmla="*/ 523588 w 661511"/>
                  <a:gd name="connsiteY22" fmla="*/ 174343 h 767705"/>
                  <a:gd name="connsiteX23" fmla="*/ 599986 w 661511"/>
                  <a:gd name="connsiteY23" fmla="*/ 197850 h 767705"/>
                  <a:gd name="connsiteX24" fmla="*/ 635246 w 661511"/>
                  <a:gd name="connsiteY24" fmla="*/ 215480 h 767705"/>
                  <a:gd name="connsiteX25" fmla="*/ 654835 w 661511"/>
                  <a:gd name="connsiteY25" fmla="*/ 289919 h 767705"/>
                  <a:gd name="connsiteX26" fmla="*/ 584314 w 661511"/>
                  <a:gd name="connsiteY26" fmla="*/ 325179 h 767705"/>
                  <a:gd name="connsiteX27" fmla="*/ 451108 w 661511"/>
                  <a:gd name="connsiteY27" fmla="*/ 287960 h 767705"/>
                  <a:gd name="connsiteX28" fmla="*/ 427602 w 661511"/>
                  <a:gd name="connsiteY28" fmla="*/ 268371 h 767705"/>
                  <a:gd name="connsiteX29" fmla="*/ 406053 w 661511"/>
                  <a:gd name="connsiteY29" fmla="*/ 244864 h 767705"/>
                  <a:gd name="connsiteX30" fmla="*/ 400177 w 661511"/>
                  <a:gd name="connsiteY30" fmla="*/ 260535 h 767705"/>
                  <a:gd name="connsiteX31" fmla="*/ 378629 w 661511"/>
                  <a:gd name="connsiteY31" fmla="*/ 336933 h 767705"/>
                  <a:gd name="connsiteX32" fmla="*/ 382547 w 661511"/>
                  <a:gd name="connsiteY32" fmla="*/ 358481 h 767705"/>
                  <a:gd name="connsiteX33" fmla="*/ 466780 w 661511"/>
                  <a:gd name="connsiteY33" fmla="*/ 470139 h 767705"/>
                  <a:gd name="connsiteX34" fmla="*/ 478533 w 661511"/>
                  <a:gd name="connsiteY34" fmla="*/ 495605 h 767705"/>
                  <a:gd name="connsiteX35" fmla="*/ 523588 w 661511"/>
                  <a:gd name="connsiteY35" fmla="*/ 673865 h 767705"/>
                  <a:gd name="connsiteX36" fmla="*/ 488328 w 661511"/>
                  <a:gd name="connsiteY36" fmla="*/ 756140 h 767705"/>
                  <a:gd name="connsiteX37" fmla="*/ 400177 w 661511"/>
                  <a:gd name="connsiteY37" fmla="*/ 744386 h 767705"/>
                  <a:gd name="connsiteX38" fmla="*/ 374711 w 661511"/>
                  <a:gd name="connsiteY38" fmla="*/ 699331 h 767705"/>
                  <a:gd name="connsiteX39" fmla="*/ 339451 w 661511"/>
                  <a:gd name="connsiteY39" fmla="*/ 556331 h 767705"/>
                  <a:gd name="connsiteX40" fmla="*/ 298313 w 661511"/>
                  <a:gd name="connsiteY40" fmla="*/ 505399 h 767705"/>
                  <a:gd name="connsiteX41" fmla="*/ 292437 w 661511"/>
                  <a:gd name="connsiteY41" fmla="*/ 507358 h 767705"/>
                  <a:gd name="connsiteX42" fmla="*/ 313985 w 661511"/>
                  <a:gd name="connsiteY42" fmla="*/ 41137 h 767705"/>
                  <a:gd name="connsiteX43" fmla="*/ 241505 w 661511"/>
                  <a:gd name="connsiteY43" fmla="*/ 58767 h 767705"/>
                  <a:gd name="connsiteX44" fmla="*/ 122011 w 661511"/>
                  <a:gd name="connsiteY44" fmla="*/ 150836 h 767705"/>
                  <a:gd name="connsiteX45" fmla="*/ 104381 w 661511"/>
                  <a:gd name="connsiteY45" fmla="*/ 174343 h 767705"/>
                  <a:gd name="connsiteX46" fmla="*/ 43655 w 661511"/>
                  <a:gd name="connsiteY46" fmla="*/ 315385 h 767705"/>
                  <a:gd name="connsiteX47" fmla="*/ 53449 w 661511"/>
                  <a:gd name="connsiteY47" fmla="*/ 350645 h 767705"/>
                  <a:gd name="connsiteX48" fmla="*/ 86751 w 661511"/>
                  <a:gd name="connsiteY48" fmla="*/ 334974 h 767705"/>
                  <a:gd name="connsiteX49" fmla="*/ 135724 w 661511"/>
                  <a:gd name="connsiteY49" fmla="*/ 225275 h 767705"/>
                  <a:gd name="connsiteX50" fmla="*/ 167066 w 661511"/>
                  <a:gd name="connsiteY50" fmla="*/ 186097 h 767705"/>
                  <a:gd name="connsiteX51" fmla="*/ 225834 w 661511"/>
                  <a:gd name="connsiteY51" fmla="*/ 144959 h 767705"/>
                  <a:gd name="connsiteX52" fmla="*/ 251299 w 661511"/>
                  <a:gd name="connsiteY52" fmla="*/ 141042 h 767705"/>
                  <a:gd name="connsiteX53" fmla="*/ 261094 w 661511"/>
                  <a:gd name="connsiteY53" fmla="*/ 166507 h 767705"/>
                  <a:gd name="connsiteX54" fmla="*/ 259135 w 661511"/>
                  <a:gd name="connsiteY54" fmla="*/ 174343 h 767705"/>
                  <a:gd name="connsiteX55" fmla="*/ 219957 w 661511"/>
                  <a:gd name="connsiteY55" fmla="*/ 334974 h 767705"/>
                  <a:gd name="connsiteX56" fmla="*/ 245423 w 661511"/>
                  <a:gd name="connsiteY56" fmla="*/ 405495 h 767705"/>
                  <a:gd name="connsiteX57" fmla="*/ 362957 w 661511"/>
                  <a:gd name="connsiteY57" fmla="*/ 511276 h 767705"/>
                  <a:gd name="connsiteX58" fmla="*/ 374711 w 661511"/>
                  <a:gd name="connsiteY58" fmla="*/ 530865 h 767705"/>
                  <a:gd name="connsiteX59" fmla="*/ 415848 w 661511"/>
                  <a:gd name="connsiteY59" fmla="*/ 699331 h 767705"/>
                  <a:gd name="connsiteX60" fmla="*/ 456985 w 661511"/>
                  <a:gd name="connsiteY60" fmla="*/ 726756 h 767705"/>
                  <a:gd name="connsiteX61" fmla="*/ 482451 w 661511"/>
                  <a:gd name="connsiteY61" fmla="*/ 683660 h 767705"/>
                  <a:gd name="connsiteX62" fmla="*/ 437396 w 661511"/>
                  <a:gd name="connsiteY62" fmla="*/ 511276 h 767705"/>
                  <a:gd name="connsiteX63" fmla="*/ 427602 w 661511"/>
                  <a:gd name="connsiteY63" fmla="*/ 489728 h 767705"/>
                  <a:gd name="connsiteX64" fmla="*/ 339451 w 661511"/>
                  <a:gd name="connsiteY64" fmla="*/ 372193 h 767705"/>
                  <a:gd name="connsiteX65" fmla="*/ 333574 w 661511"/>
                  <a:gd name="connsiteY65" fmla="*/ 334974 h 767705"/>
                  <a:gd name="connsiteX66" fmla="*/ 392341 w 661511"/>
                  <a:gd name="connsiteY66" fmla="*/ 117535 h 767705"/>
                  <a:gd name="connsiteX67" fmla="*/ 339451 w 661511"/>
                  <a:gd name="connsiteY67" fmla="*/ 43096 h 767705"/>
                  <a:gd name="connsiteX68" fmla="*/ 313985 w 661511"/>
                  <a:gd name="connsiteY68" fmla="*/ 41137 h 767705"/>
                  <a:gd name="connsiteX69" fmla="*/ 143559 w 661511"/>
                  <a:gd name="connsiteY69" fmla="*/ 687578 h 767705"/>
                  <a:gd name="connsiteX70" fmla="*/ 204286 w 661511"/>
                  <a:gd name="connsiteY70" fmla="*/ 607263 h 767705"/>
                  <a:gd name="connsiteX71" fmla="*/ 245423 w 661511"/>
                  <a:gd name="connsiteY71" fmla="*/ 530865 h 767705"/>
                  <a:gd name="connsiteX72" fmla="*/ 259135 w 661511"/>
                  <a:gd name="connsiteY72" fmla="*/ 479933 h 767705"/>
                  <a:gd name="connsiteX73" fmla="*/ 259135 w 661511"/>
                  <a:gd name="connsiteY73" fmla="*/ 472098 h 767705"/>
                  <a:gd name="connsiteX74" fmla="*/ 202327 w 661511"/>
                  <a:gd name="connsiteY74" fmla="*/ 423125 h 767705"/>
                  <a:gd name="connsiteX75" fmla="*/ 194491 w 661511"/>
                  <a:gd name="connsiteY75" fmla="*/ 458385 h 767705"/>
                  <a:gd name="connsiteX76" fmla="*/ 151395 w 661511"/>
                  <a:gd name="connsiteY76" fmla="*/ 564166 h 767705"/>
                  <a:gd name="connsiteX77" fmla="*/ 147477 w 661511"/>
                  <a:gd name="connsiteY77" fmla="*/ 568084 h 767705"/>
                  <a:gd name="connsiteX78" fmla="*/ 69121 w 661511"/>
                  <a:gd name="connsiteY78" fmla="*/ 669948 h 767705"/>
                  <a:gd name="connsiteX79" fmla="*/ 73039 w 661511"/>
                  <a:gd name="connsiteY79" fmla="*/ 718920 h 767705"/>
                  <a:gd name="connsiteX80" fmla="*/ 120052 w 661511"/>
                  <a:gd name="connsiteY80" fmla="*/ 718920 h 767705"/>
                  <a:gd name="connsiteX81" fmla="*/ 143559 w 661511"/>
                  <a:gd name="connsiteY81" fmla="*/ 687578 h 767705"/>
                  <a:gd name="connsiteX82" fmla="*/ 564725 w 661511"/>
                  <a:gd name="connsiteY82" fmla="*/ 284042 h 767705"/>
                  <a:gd name="connsiteX83" fmla="*/ 586273 w 661511"/>
                  <a:gd name="connsiteY83" fmla="*/ 286001 h 767705"/>
                  <a:gd name="connsiteX84" fmla="*/ 613698 w 661511"/>
                  <a:gd name="connsiteY84" fmla="*/ 270330 h 767705"/>
                  <a:gd name="connsiteX85" fmla="*/ 601945 w 661511"/>
                  <a:gd name="connsiteY85" fmla="*/ 242905 h 767705"/>
                  <a:gd name="connsiteX86" fmla="*/ 586273 w 661511"/>
                  <a:gd name="connsiteY86" fmla="*/ 237028 h 767705"/>
                  <a:gd name="connsiteX87" fmla="*/ 498122 w 661511"/>
                  <a:gd name="connsiteY87" fmla="*/ 211562 h 767705"/>
                  <a:gd name="connsiteX88" fmla="*/ 476574 w 661511"/>
                  <a:gd name="connsiteY88" fmla="*/ 195891 h 767705"/>
                  <a:gd name="connsiteX89" fmla="*/ 443273 w 661511"/>
                  <a:gd name="connsiteY89" fmla="*/ 148877 h 767705"/>
                  <a:gd name="connsiteX90" fmla="*/ 431519 w 661511"/>
                  <a:gd name="connsiteY90" fmla="*/ 133206 h 767705"/>
                  <a:gd name="connsiteX91" fmla="*/ 417807 w 661511"/>
                  <a:gd name="connsiteY91" fmla="*/ 182179 h 767705"/>
                  <a:gd name="connsiteX92" fmla="*/ 423684 w 661511"/>
                  <a:gd name="connsiteY92" fmla="*/ 205686 h 767705"/>
                  <a:gd name="connsiteX93" fmla="*/ 453067 w 661511"/>
                  <a:gd name="connsiteY93" fmla="*/ 237028 h 767705"/>
                  <a:gd name="connsiteX94" fmla="*/ 480492 w 661511"/>
                  <a:gd name="connsiteY94" fmla="*/ 254658 h 767705"/>
                  <a:gd name="connsiteX95" fmla="*/ 551013 w 661511"/>
                  <a:gd name="connsiteY95" fmla="*/ 276207 h 767705"/>
                  <a:gd name="connsiteX96" fmla="*/ 564725 w 661511"/>
                  <a:gd name="connsiteY96" fmla="*/ 284042 h 767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661511" h="767705" extrusionOk="0">
                    <a:moveTo>
                      <a:pt x="292437" y="507358"/>
                    </a:moveTo>
                    <a:cubicBezTo>
                      <a:pt x="286560" y="526947"/>
                      <a:pt x="280683" y="544577"/>
                      <a:pt x="276765" y="564166"/>
                    </a:cubicBezTo>
                    <a:cubicBezTo>
                      <a:pt x="272848" y="579838"/>
                      <a:pt x="265012" y="593550"/>
                      <a:pt x="255217" y="605304"/>
                    </a:cubicBezTo>
                    <a:cubicBezTo>
                      <a:pt x="227793" y="640564"/>
                      <a:pt x="200368" y="677783"/>
                      <a:pt x="172943" y="713044"/>
                    </a:cubicBezTo>
                    <a:cubicBezTo>
                      <a:pt x="165107" y="722838"/>
                      <a:pt x="155313" y="734592"/>
                      <a:pt x="145518" y="744386"/>
                    </a:cubicBezTo>
                    <a:cubicBezTo>
                      <a:pt x="116135" y="773770"/>
                      <a:pt x="73039" y="775729"/>
                      <a:pt x="43655" y="748304"/>
                    </a:cubicBezTo>
                    <a:cubicBezTo>
                      <a:pt x="16230" y="718920"/>
                      <a:pt x="12312" y="675824"/>
                      <a:pt x="37778" y="642523"/>
                    </a:cubicBezTo>
                    <a:cubicBezTo>
                      <a:pt x="71080" y="601386"/>
                      <a:pt x="104381" y="560249"/>
                      <a:pt x="135724" y="517153"/>
                    </a:cubicBezTo>
                    <a:cubicBezTo>
                      <a:pt x="143559" y="505399"/>
                      <a:pt x="147477" y="487769"/>
                      <a:pt x="151395" y="474057"/>
                    </a:cubicBezTo>
                    <a:cubicBezTo>
                      <a:pt x="169025" y="389823"/>
                      <a:pt x="186655" y="307549"/>
                      <a:pt x="204286" y="223316"/>
                    </a:cubicBezTo>
                    <a:cubicBezTo>
                      <a:pt x="204286" y="219398"/>
                      <a:pt x="206245" y="215480"/>
                      <a:pt x="206245" y="209604"/>
                    </a:cubicBezTo>
                    <a:cubicBezTo>
                      <a:pt x="190573" y="217439"/>
                      <a:pt x="178820" y="225275"/>
                      <a:pt x="172943" y="238987"/>
                    </a:cubicBezTo>
                    <a:cubicBezTo>
                      <a:pt x="157272" y="278165"/>
                      <a:pt x="139642" y="315385"/>
                      <a:pt x="122011" y="354563"/>
                    </a:cubicBezTo>
                    <a:cubicBezTo>
                      <a:pt x="102422" y="399618"/>
                      <a:pt x="45614" y="405495"/>
                      <a:pt x="14271" y="368275"/>
                    </a:cubicBezTo>
                    <a:cubicBezTo>
                      <a:pt x="-1400" y="348686"/>
                      <a:pt x="-3359" y="327138"/>
                      <a:pt x="4477" y="303631"/>
                    </a:cubicBezTo>
                    <a:cubicBezTo>
                      <a:pt x="26025" y="252700"/>
                      <a:pt x="47573" y="203727"/>
                      <a:pt x="69121" y="152795"/>
                    </a:cubicBezTo>
                    <a:cubicBezTo>
                      <a:pt x="76956" y="135165"/>
                      <a:pt x="88710" y="123411"/>
                      <a:pt x="104381" y="113617"/>
                    </a:cubicBezTo>
                    <a:cubicBezTo>
                      <a:pt x="143559" y="84233"/>
                      <a:pt x="180779" y="54849"/>
                      <a:pt x="219957" y="25466"/>
                    </a:cubicBezTo>
                    <a:cubicBezTo>
                      <a:pt x="241505" y="7836"/>
                      <a:pt x="266971" y="0"/>
                      <a:pt x="296354" y="0"/>
                    </a:cubicBezTo>
                    <a:cubicBezTo>
                      <a:pt x="315944" y="0"/>
                      <a:pt x="335533" y="0"/>
                      <a:pt x="355122" y="1959"/>
                    </a:cubicBezTo>
                    <a:cubicBezTo>
                      <a:pt x="382547" y="5877"/>
                      <a:pt x="404095" y="19589"/>
                      <a:pt x="421725" y="43096"/>
                    </a:cubicBezTo>
                    <a:cubicBezTo>
                      <a:pt x="449150" y="82274"/>
                      <a:pt x="476574" y="121453"/>
                      <a:pt x="505958" y="160631"/>
                    </a:cubicBezTo>
                    <a:cubicBezTo>
                      <a:pt x="509876" y="166507"/>
                      <a:pt x="517711" y="170425"/>
                      <a:pt x="523588" y="174343"/>
                    </a:cubicBezTo>
                    <a:cubicBezTo>
                      <a:pt x="549054" y="182179"/>
                      <a:pt x="574520" y="188056"/>
                      <a:pt x="599986" y="197850"/>
                    </a:cubicBezTo>
                    <a:cubicBezTo>
                      <a:pt x="611739" y="201768"/>
                      <a:pt x="623493" y="207645"/>
                      <a:pt x="635246" y="215480"/>
                    </a:cubicBezTo>
                    <a:cubicBezTo>
                      <a:pt x="660712" y="235069"/>
                      <a:pt x="668548" y="262494"/>
                      <a:pt x="654835" y="289919"/>
                    </a:cubicBezTo>
                    <a:cubicBezTo>
                      <a:pt x="643082" y="317344"/>
                      <a:pt x="613698" y="333015"/>
                      <a:pt x="584314" y="325179"/>
                    </a:cubicBezTo>
                    <a:cubicBezTo>
                      <a:pt x="539259" y="313426"/>
                      <a:pt x="494204" y="301672"/>
                      <a:pt x="451108" y="287960"/>
                    </a:cubicBezTo>
                    <a:cubicBezTo>
                      <a:pt x="441314" y="286001"/>
                      <a:pt x="435437" y="276207"/>
                      <a:pt x="427602" y="268371"/>
                    </a:cubicBezTo>
                    <a:cubicBezTo>
                      <a:pt x="419766" y="260535"/>
                      <a:pt x="413889" y="252700"/>
                      <a:pt x="406053" y="244864"/>
                    </a:cubicBezTo>
                    <a:cubicBezTo>
                      <a:pt x="404095" y="252700"/>
                      <a:pt x="402136" y="256617"/>
                      <a:pt x="400177" y="260535"/>
                    </a:cubicBezTo>
                    <a:cubicBezTo>
                      <a:pt x="392341" y="286001"/>
                      <a:pt x="386464" y="311467"/>
                      <a:pt x="378629" y="336933"/>
                    </a:cubicBezTo>
                    <a:cubicBezTo>
                      <a:pt x="376670" y="344768"/>
                      <a:pt x="376670" y="352604"/>
                      <a:pt x="382547" y="358481"/>
                    </a:cubicBezTo>
                    <a:cubicBezTo>
                      <a:pt x="409971" y="395700"/>
                      <a:pt x="439355" y="432919"/>
                      <a:pt x="466780" y="470139"/>
                    </a:cubicBezTo>
                    <a:cubicBezTo>
                      <a:pt x="472657" y="477974"/>
                      <a:pt x="476574" y="487769"/>
                      <a:pt x="478533" y="495605"/>
                    </a:cubicBezTo>
                    <a:cubicBezTo>
                      <a:pt x="494204" y="554372"/>
                      <a:pt x="509876" y="615098"/>
                      <a:pt x="523588" y="673865"/>
                    </a:cubicBezTo>
                    <a:cubicBezTo>
                      <a:pt x="531424" y="705208"/>
                      <a:pt x="517711" y="740468"/>
                      <a:pt x="488328" y="756140"/>
                    </a:cubicBezTo>
                    <a:cubicBezTo>
                      <a:pt x="458944" y="773770"/>
                      <a:pt x="425643" y="767893"/>
                      <a:pt x="400177" y="744386"/>
                    </a:cubicBezTo>
                    <a:cubicBezTo>
                      <a:pt x="386464" y="732633"/>
                      <a:pt x="378629" y="716962"/>
                      <a:pt x="374711" y="699331"/>
                    </a:cubicBezTo>
                    <a:cubicBezTo>
                      <a:pt x="362957" y="650359"/>
                      <a:pt x="351204" y="603345"/>
                      <a:pt x="339451" y="556331"/>
                    </a:cubicBezTo>
                    <a:cubicBezTo>
                      <a:pt x="333574" y="530865"/>
                      <a:pt x="312026" y="523029"/>
                      <a:pt x="298313" y="505399"/>
                    </a:cubicBezTo>
                    <a:cubicBezTo>
                      <a:pt x="296354" y="505399"/>
                      <a:pt x="294396" y="505399"/>
                      <a:pt x="292437" y="507358"/>
                    </a:cubicBezTo>
                    <a:close/>
                    <a:moveTo>
                      <a:pt x="313985" y="41137"/>
                    </a:moveTo>
                    <a:cubicBezTo>
                      <a:pt x="288519" y="39178"/>
                      <a:pt x="263053" y="41137"/>
                      <a:pt x="241505" y="58767"/>
                    </a:cubicBezTo>
                    <a:cubicBezTo>
                      <a:pt x="202327" y="90110"/>
                      <a:pt x="161190" y="119494"/>
                      <a:pt x="122011" y="150836"/>
                    </a:cubicBezTo>
                    <a:cubicBezTo>
                      <a:pt x="114176" y="156713"/>
                      <a:pt x="108299" y="166507"/>
                      <a:pt x="104381" y="174343"/>
                    </a:cubicBezTo>
                    <a:cubicBezTo>
                      <a:pt x="82833" y="221357"/>
                      <a:pt x="63244" y="268371"/>
                      <a:pt x="43655" y="315385"/>
                    </a:cubicBezTo>
                    <a:cubicBezTo>
                      <a:pt x="37778" y="331056"/>
                      <a:pt x="39737" y="344768"/>
                      <a:pt x="53449" y="350645"/>
                    </a:cubicBezTo>
                    <a:cubicBezTo>
                      <a:pt x="67162" y="356522"/>
                      <a:pt x="78915" y="350645"/>
                      <a:pt x="86751" y="334974"/>
                    </a:cubicBezTo>
                    <a:cubicBezTo>
                      <a:pt x="102422" y="297755"/>
                      <a:pt x="120052" y="262494"/>
                      <a:pt x="135724" y="225275"/>
                    </a:cubicBezTo>
                    <a:cubicBezTo>
                      <a:pt x="143559" y="209604"/>
                      <a:pt x="153354" y="195891"/>
                      <a:pt x="167066" y="186097"/>
                    </a:cubicBezTo>
                    <a:cubicBezTo>
                      <a:pt x="186655" y="172384"/>
                      <a:pt x="206245" y="158672"/>
                      <a:pt x="225834" y="144959"/>
                    </a:cubicBezTo>
                    <a:cubicBezTo>
                      <a:pt x="233669" y="139083"/>
                      <a:pt x="241505" y="135165"/>
                      <a:pt x="251299" y="141042"/>
                    </a:cubicBezTo>
                    <a:cubicBezTo>
                      <a:pt x="261094" y="146918"/>
                      <a:pt x="261094" y="156713"/>
                      <a:pt x="261094" y="166507"/>
                    </a:cubicBezTo>
                    <a:cubicBezTo>
                      <a:pt x="261094" y="168466"/>
                      <a:pt x="261094" y="172384"/>
                      <a:pt x="259135" y="174343"/>
                    </a:cubicBezTo>
                    <a:cubicBezTo>
                      <a:pt x="245423" y="227234"/>
                      <a:pt x="233669" y="282083"/>
                      <a:pt x="219957" y="334974"/>
                    </a:cubicBezTo>
                    <a:cubicBezTo>
                      <a:pt x="212121" y="364358"/>
                      <a:pt x="223875" y="387864"/>
                      <a:pt x="245423" y="405495"/>
                    </a:cubicBezTo>
                    <a:cubicBezTo>
                      <a:pt x="284601" y="440755"/>
                      <a:pt x="323779" y="476015"/>
                      <a:pt x="362957" y="511276"/>
                    </a:cubicBezTo>
                    <a:cubicBezTo>
                      <a:pt x="368834" y="515194"/>
                      <a:pt x="372752" y="523029"/>
                      <a:pt x="374711" y="530865"/>
                    </a:cubicBezTo>
                    <a:cubicBezTo>
                      <a:pt x="388423" y="587673"/>
                      <a:pt x="402136" y="642523"/>
                      <a:pt x="415848" y="699331"/>
                    </a:cubicBezTo>
                    <a:cubicBezTo>
                      <a:pt x="419766" y="718920"/>
                      <a:pt x="439355" y="730674"/>
                      <a:pt x="456985" y="726756"/>
                    </a:cubicBezTo>
                    <a:cubicBezTo>
                      <a:pt x="476574" y="722838"/>
                      <a:pt x="488328" y="703249"/>
                      <a:pt x="482451" y="683660"/>
                    </a:cubicBezTo>
                    <a:cubicBezTo>
                      <a:pt x="468739" y="626852"/>
                      <a:pt x="453067" y="570043"/>
                      <a:pt x="437396" y="511276"/>
                    </a:cubicBezTo>
                    <a:cubicBezTo>
                      <a:pt x="435437" y="503440"/>
                      <a:pt x="431519" y="495605"/>
                      <a:pt x="427602" y="489728"/>
                    </a:cubicBezTo>
                    <a:cubicBezTo>
                      <a:pt x="398218" y="450550"/>
                      <a:pt x="368834" y="411371"/>
                      <a:pt x="339451" y="372193"/>
                    </a:cubicBezTo>
                    <a:cubicBezTo>
                      <a:pt x="329656" y="360440"/>
                      <a:pt x="327697" y="348686"/>
                      <a:pt x="333574" y="334974"/>
                    </a:cubicBezTo>
                    <a:cubicBezTo>
                      <a:pt x="353163" y="262494"/>
                      <a:pt x="372752" y="190014"/>
                      <a:pt x="392341" y="117535"/>
                    </a:cubicBezTo>
                    <a:cubicBezTo>
                      <a:pt x="404095" y="80315"/>
                      <a:pt x="378629" y="43096"/>
                      <a:pt x="339451" y="43096"/>
                    </a:cubicBezTo>
                    <a:cubicBezTo>
                      <a:pt x="331615" y="41137"/>
                      <a:pt x="321820" y="41137"/>
                      <a:pt x="313985" y="41137"/>
                    </a:cubicBezTo>
                    <a:close/>
                    <a:moveTo>
                      <a:pt x="143559" y="687578"/>
                    </a:moveTo>
                    <a:cubicBezTo>
                      <a:pt x="163148" y="660153"/>
                      <a:pt x="184697" y="634687"/>
                      <a:pt x="204286" y="607263"/>
                    </a:cubicBezTo>
                    <a:cubicBezTo>
                      <a:pt x="221916" y="583756"/>
                      <a:pt x="239546" y="562208"/>
                      <a:pt x="245423" y="530865"/>
                    </a:cubicBezTo>
                    <a:cubicBezTo>
                      <a:pt x="247382" y="513235"/>
                      <a:pt x="255217" y="497563"/>
                      <a:pt x="259135" y="479933"/>
                    </a:cubicBezTo>
                    <a:cubicBezTo>
                      <a:pt x="259135" y="477974"/>
                      <a:pt x="259135" y="474057"/>
                      <a:pt x="259135" y="472098"/>
                    </a:cubicBezTo>
                    <a:cubicBezTo>
                      <a:pt x="241505" y="456426"/>
                      <a:pt x="223875" y="440755"/>
                      <a:pt x="202327" y="423125"/>
                    </a:cubicBezTo>
                    <a:cubicBezTo>
                      <a:pt x="198409" y="436837"/>
                      <a:pt x="196450" y="448591"/>
                      <a:pt x="194491" y="458385"/>
                    </a:cubicBezTo>
                    <a:cubicBezTo>
                      <a:pt x="186655" y="497563"/>
                      <a:pt x="182738" y="536742"/>
                      <a:pt x="151395" y="564166"/>
                    </a:cubicBezTo>
                    <a:cubicBezTo>
                      <a:pt x="149436" y="566125"/>
                      <a:pt x="149436" y="566125"/>
                      <a:pt x="147477" y="568084"/>
                    </a:cubicBezTo>
                    <a:cubicBezTo>
                      <a:pt x="120052" y="601386"/>
                      <a:pt x="94587" y="636646"/>
                      <a:pt x="69121" y="669948"/>
                    </a:cubicBezTo>
                    <a:cubicBezTo>
                      <a:pt x="57367" y="685619"/>
                      <a:pt x="59326" y="705208"/>
                      <a:pt x="73039" y="718920"/>
                    </a:cubicBezTo>
                    <a:cubicBezTo>
                      <a:pt x="86751" y="730674"/>
                      <a:pt x="106340" y="730674"/>
                      <a:pt x="120052" y="718920"/>
                    </a:cubicBezTo>
                    <a:cubicBezTo>
                      <a:pt x="127888" y="707167"/>
                      <a:pt x="145518" y="689537"/>
                      <a:pt x="143559" y="687578"/>
                    </a:cubicBezTo>
                    <a:close/>
                    <a:moveTo>
                      <a:pt x="564725" y="284042"/>
                    </a:moveTo>
                    <a:cubicBezTo>
                      <a:pt x="570602" y="284042"/>
                      <a:pt x="578438" y="284042"/>
                      <a:pt x="586273" y="286001"/>
                    </a:cubicBezTo>
                    <a:cubicBezTo>
                      <a:pt x="598027" y="287960"/>
                      <a:pt x="609780" y="280124"/>
                      <a:pt x="613698" y="270330"/>
                    </a:cubicBezTo>
                    <a:cubicBezTo>
                      <a:pt x="617616" y="260535"/>
                      <a:pt x="611739" y="248782"/>
                      <a:pt x="601945" y="242905"/>
                    </a:cubicBezTo>
                    <a:cubicBezTo>
                      <a:pt x="598027" y="240946"/>
                      <a:pt x="592150" y="238987"/>
                      <a:pt x="586273" y="237028"/>
                    </a:cubicBezTo>
                    <a:cubicBezTo>
                      <a:pt x="556890" y="229193"/>
                      <a:pt x="527506" y="219398"/>
                      <a:pt x="498122" y="211562"/>
                    </a:cubicBezTo>
                    <a:cubicBezTo>
                      <a:pt x="490287" y="209604"/>
                      <a:pt x="482451" y="201768"/>
                      <a:pt x="476574" y="195891"/>
                    </a:cubicBezTo>
                    <a:cubicBezTo>
                      <a:pt x="464821" y="180220"/>
                      <a:pt x="455026" y="164549"/>
                      <a:pt x="443273" y="148877"/>
                    </a:cubicBezTo>
                    <a:cubicBezTo>
                      <a:pt x="439355" y="144959"/>
                      <a:pt x="437396" y="141042"/>
                      <a:pt x="431519" y="133206"/>
                    </a:cubicBezTo>
                    <a:cubicBezTo>
                      <a:pt x="425643" y="152795"/>
                      <a:pt x="421725" y="166507"/>
                      <a:pt x="417807" y="182179"/>
                    </a:cubicBezTo>
                    <a:cubicBezTo>
                      <a:pt x="413889" y="191973"/>
                      <a:pt x="415848" y="197850"/>
                      <a:pt x="423684" y="205686"/>
                    </a:cubicBezTo>
                    <a:cubicBezTo>
                      <a:pt x="433478" y="215480"/>
                      <a:pt x="443273" y="227234"/>
                      <a:pt x="453067" y="237028"/>
                    </a:cubicBezTo>
                    <a:cubicBezTo>
                      <a:pt x="460903" y="244864"/>
                      <a:pt x="470698" y="250741"/>
                      <a:pt x="480492" y="254658"/>
                    </a:cubicBezTo>
                    <a:cubicBezTo>
                      <a:pt x="503999" y="262494"/>
                      <a:pt x="527506" y="268371"/>
                      <a:pt x="551013" y="276207"/>
                    </a:cubicBezTo>
                    <a:cubicBezTo>
                      <a:pt x="554931" y="276207"/>
                      <a:pt x="558849" y="280124"/>
                      <a:pt x="564725" y="284042"/>
                    </a:cubicBezTo>
                    <a:close/>
                  </a:path>
                </a:pathLst>
              </a:custGeom>
              <a:solidFill>
                <a:schemeClr val="bg1"/>
              </a:solidFill>
              <a:ln w="194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>
                  <a:latin typeface="Arial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642730" y="5300639"/>
                <a:ext cx="215544" cy="215480"/>
              </a:xfrm>
              <a:custGeom>
                <a:avLst/>
                <a:gdLst>
                  <a:gd name="connsiteX0" fmla="*/ 215480 w 215544"/>
                  <a:gd name="connsiteY0" fmla="*/ 107740 h 215480"/>
                  <a:gd name="connsiteX1" fmla="*/ 107740 w 215544"/>
                  <a:gd name="connsiteY1" fmla="*/ 215480 h 215480"/>
                  <a:gd name="connsiteX2" fmla="*/ 0 w 215544"/>
                  <a:gd name="connsiteY2" fmla="*/ 105781 h 215480"/>
                  <a:gd name="connsiteX3" fmla="*/ 107740 w 215544"/>
                  <a:gd name="connsiteY3" fmla="*/ 0 h 215480"/>
                  <a:gd name="connsiteX4" fmla="*/ 215480 w 215544"/>
                  <a:gd name="connsiteY4" fmla="*/ 107740 h 215480"/>
                  <a:gd name="connsiteX5" fmla="*/ 41137 w 215544"/>
                  <a:gd name="connsiteY5" fmla="*/ 107740 h 215480"/>
                  <a:gd name="connsiteX6" fmla="*/ 109699 w 215544"/>
                  <a:gd name="connsiteY6" fmla="*/ 174343 h 215480"/>
                  <a:gd name="connsiteX7" fmla="*/ 176302 w 215544"/>
                  <a:gd name="connsiteY7" fmla="*/ 105781 h 215480"/>
                  <a:gd name="connsiteX8" fmla="*/ 107740 w 215544"/>
                  <a:gd name="connsiteY8" fmla="*/ 39178 h 215480"/>
                  <a:gd name="connsiteX9" fmla="*/ 41137 w 215544"/>
                  <a:gd name="connsiteY9" fmla="*/ 107740 h 215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5544" h="215480" extrusionOk="0">
                    <a:moveTo>
                      <a:pt x="215480" y="107740"/>
                    </a:moveTo>
                    <a:cubicBezTo>
                      <a:pt x="217439" y="162590"/>
                      <a:pt x="174343" y="215480"/>
                      <a:pt x="107740" y="215480"/>
                    </a:cubicBezTo>
                    <a:cubicBezTo>
                      <a:pt x="47014" y="215480"/>
                      <a:pt x="0" y="166507"/>
                      <a:pt x="0" y="105781"/>
                    </a:cubicBezTo>
                    <a:cubicBezTo>
                      <a:pt x="0" y="47014"/>
                      <a:pt x="48973" y="0"/>
                      <a:pt x="107740" y="0"/>
                    </a:cubicBezTo>
                    <a:cubicBezTo>
                      <a:pt x="170425" y="0"/>
                      <a:pt x="215480" y="47014"/>
                      <a:pt x="215480" y="107740"/>
                    </a:cubicBezTo>
                    <a:close/>
                    <a:moveTo>
                      <a:pt x="41137" y="107740"/>
                    </a:moveTo>
                    <a:cubicBezTo>
                      <a:pt x="41137" y="146918"/>
                      <a:pt x="70521" y="174343"/>
                      <a:pt x="109699" y="174343"/>
                    </a:cubicBezTo>
                    <a:cubicBezTo>
                      <a:pt x="146918" y="174343"/>
                      <a:pt x="176302" y="143001"/>
                      <a:pt x="176302" y="105781"/>
                    </a:cubicBezTo>
                    <a:cubicBezTo>
                      <a:pt x="176302" y="68562"/>
                      <a:pt x="144959" y="39178"/>
                      <a:pt x="107740" y="39178"/>
                    </a:cubicBezTo>
                    <a:cubicBezTo>
                      <a:pt x="70521" y="39178"/>
                      <a:pt x="41137" y="68562"/>
                      <a:pt x="41137" y="107740"/>
                    </a:cubicBezTo>
                    <a:close/>
                  </a:path>
                </a:pathLst>
              </a:custGeom>
              <a:solidFill>
                <a:schemeClr val="bg1"/>
              </a:solidFill>
              <a:ln w="194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>
                  <a:latin typeface="Arial"/>
                </a:endParaRPr>
              </a:p>
            </p:txBody>
          </p:sp>
        </p:grpSp>
        <p:grpSp>
          <p:nvGrpSpPr>
            <p:cNvPr id="19" name="Группа 18"/>
            <p:cNvGrpSpPr/>
            <p:nvPr/>
          </p:nvGrpSpPr>
          <p:grpSpPr bwMode="auto">
            <a:xfrm>
              <a:off x="664594" y="4710621"/>
              <a:ext cx="880839" cy="1504829"/>
              <a:chOff x="526166" y="4710621"/>
              <a:chExt cx="880839" cy="1504829"/>
            </a:xfrm>
            <a:solidFill>
              <a:schemeClr val="accent6"/>
            </a:solidFill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526166" y="4710621"/>
                <a:ext cx="880839" cy="774155"/>
              </a:xfrm>
              <a:custGeom>
                <a:avLst/>
                <a:gdLst>
                  <a:gd name="connsiteX0" fmla="*/ 874662 w 880839"/>
                  <a:gd name="connsiteY0" fmla="*/ 597854 h 774155"/>
                  <a:gd name="connsiteX1" fmla="*/ 737538 w 880839"/>
                  <a:gd name="connsiteY1" fmla="*/ 495990 h 774155"/>
                  <a:gd name="connsiteX2" fmla="*/ 514222 w 880839"/>
                  <a:gd name="connsiteY2" fmla="*/ 495990 h 774155"/>
                  <a:gd name="connsiteX3" fmla="*/ 504428 w 880839"/>
                  <a:gd name="connsiteY3" fmla="*/ 490114 h 774155"/>
                  <a:gd name="connsiteX4" fmla="*/ 437825 w 880839"/>
                  <a:gd name="connsiteY4" fmla="*/ 443100 h 774155"/>
                  <a:gd name="connsiteX5" fmla="*/ 371222 w 880839"/>
                  <a:gd name="connsiteY5" fmla="*/ 490114 h 774155"/>
                  <a:gd name="connsiteX6" fmla="*/ 363386 w 880839"/>
                  <a:gd name="connsiteY6" fmla="*/ 495990 h 774155"/>
                  <a:gd name="connsiteX7" fmla="*/ 142029 w 880839"/>
                  <a:gd name="connsiteY7" fmla="*/ 495990 h 774155"/>
                  <a:gd name="connsiteX8" fmla="*/ 116563 w 880839"/>
                  <a:gd name="connsiteY8" fmla="*/ 494031 h 774155"/>
                  <a:gd name="connsiteX9" fmla="*/ 36248 w 880839"/>
                  <a:gd name="connsiteY9" fmla="*/ 415675 h 774155"/>
                  <a:gd name="connsiteX10" fmla="*/ 71508 w 880839"/>
                  <a:gd name="connsiteY10" fmla="*/ 307935 h 774155"/>
                  <a:gd name="connsiteX11" fmla="*/ 157701 w 880839"/>
                  <a:gd name="connsiteY11" fmla="*/ 284428 h 774155"/>
                  <a:gd name="connsiteX12" fmla="*/ 169454 w 880839"/>
                  <a:gd name="connsiteY12" fmla="*/ 305976 h 774155"/>
                  <a:gd name="connsiteX13" fmla="*/ 234098 w 880839"/>
                  <a:gd name="connsiteY13" fmla="*/ 337319 h 774155"/>
                  <a:gd name="connsiteX14" fmla="*/ 294824 w 880839"/>
                  <a:gd name="connsiteY14" fmla="*/ 290305 h 774155"/>
                  <a:gd name="connsiteX15" fmla="*/ 304619 w 880839"/>
                  <a:gd name="connsiteY15" fmla="*/ 284428 h 774155"/>
                  <a:gd name="connsiteX16" fmla="*/ 635675 w 880839"/>
                  <a:gd name="connsiteY16" fmla="*/ 284428 h 774155"/>
                  <a:gd name="connsiteX17" fmla="*/ 649387 w 880839"/>
                  <a:gd name="connsiteY17" fmla="*/ 294222 h 774155"/>
                  <a:gd name="connsiteX18" fmla="*/ 745374 w 880839"/>
                  <a:gd name="connsiteY18" fmla="*/ 331442 h 774155"/>
                  <a:gd name="connsiteX19" fmla="*/ 784552 w 880839"/>
                  <a:gd name="connsiteY19" fmla="*/ 262880 h 774155"/>
                  <a:gd name="connsiteX20" fmla="*/ 737538 w 880839"/>
                  <a:gd name="connsiteY20" fmla="*/ 200195 h 774155"/>
                  <a:gd name="connsiteX21" fmla="*/ 731662 w 880839"/>
                  <a:gd name="connsiteY21" fmla="*/ 190400 h 774155"/>
                  <a:gd name="connsiteX22" fmla="*/ 731662 w 880839"/>
                  <a:gd name="connsiteY22" fmla="*/ 19975 h 774155"/>
                  <a:gd name="connsiteX23" fmla="*/ 731662 w 880839"/>
                  <a:gd name="connsiteY23" fmla="*/ 12139 h 774155"/>
                  <a:gd name="connsiteX24" fmla="*/ 704237 w 880839"/>
                  <a:gd name="connsiteY24" fmla="*/ 2345 h 774155"/>
                  <a:gd name="connsiteX25" fmla="*/ 584743 w 880839"/>
                  <a:gd name="connsiteY25" fmla="*/ 70907 h 774155"/>
                  <a:gd name="connsiteX26" fmla="*/ 574949 w 880839"/>
                  <a:gd name="connsiteY26" fmla="*/ 88537 h 774155"/>
                  <a:gd name="connsiteX27" fmla="*/ 588661 w 880839"/>
                  <a:gd name="connsiteY27" fmla="*/ 104208 h 774155"/>
                  <a:gd name="connsiteX28" fmla="*/ 694442 w 880839"/>
                  <a:gd name="connsiteY28" fmla="*/ 149263 h 774155"/>
                  <a:gd name="connsiteX29" fmla="*/ 698360 w 880839"/>
                  <a:gd name="connsiteY29" fmla="*/ 155140 h 774155"/>
                  <a:gd name="connsiteX30" fmla="*/ 698360 w 880839"/>
                  <a:gd name="connsiteY30" fmla="*/ 188441 h 774155"/>
                  <a:gd name="connsiteX31" fmla="*/ 692483 w 880839"/>
                  <a:gd name="connsiteY31" fmla="*/ 196277 h 774155"/>
                  <a:gd name="connsiteX32" fmla="*/ 649387 w 880839"/>
                  <a:gd name="connsiteY32" fmla="*/ 239373 h 774155"/>
                  <a:gd name="connsiteX33" fmla="*/ 639593 w 880839"/>
                  <a:gd name="connsiteY33" fmla="*/ 245250 h 774155"/>
                  <a:gd name="connsiteX34" fmla="*/ 306578 w 880839"/>
                  <a:gd name="connsiteY34" fmla="*/ 245250 h 774155"/>
                  <a:gd name="connsiteX35" fmla="*/ 294824 w 880839"/>
                  <a:gd name="connsiteY35" fmla="*/ 237414 h 774155"/>
                  <a:gd name="connsiteX36" fmla="*/ 183166 w 880839"/>
                  <a:gd name="connsiteY36" fmla="*/ 209989 h 774155"/>
                  <a:gd name="connsiteX37" fmla="*/ 161618 w 880839"/>
                  <a:gd name="connsiteY37" fmla="*/ 245250 h 774155"/>
                  <a:gd name="connsiteX38" fmla="*/ 145947 w 880839"/>
                  <a:gd name="connsiteY38" fmla="*/ 245250 h 774155"/>
                  <a:gd name="connsiteX39" fmla="*/ 89139 w 880839"/>
                  <a:gd name="connsiteY39" fmla="*/ 255044 h 774155"/>
                  <a:gd name="connsiteX40" fmla="*/ 6864 w 880839"/>
                  <a:gd name="connsiteY40" fmla="*/ 429387 h 774155"/>
                  <a:gd name="connsiteX41" fmla="*/ 143988 w 880839"/>
                  <a:gd name="connsiteY41" fmla="*/ 529292 h 774155"/>
                  <a:gd name="connsiteX42" fmla="*/ 365345 w 880839"/>
                  <a:gd name="connsiteY42" fmla="*/ 529292 h 774155"/>
                  <a:gd name="connsiteX43" fmla="*/ 377099 w 880839"/>
                  <a:gd name="connsiteY43" fmla="*/ 537127 h 774155"/>
                  <a:gd name="connsiteX44" fmla="*/ 443702 w 880839"/>
                  <a:gd name="connsiteY44" fmla="*/ 584141 h 774155"/>
                  <a:gd name="connsiteX45" fmla="*/ 510305 w 880839"/>
                  <a:gd name="connsiteY45" fmla="*/ 537127 h 774155"/>
                  <a:gd name="connsiteX46" fmla="*/ 522058 w 880839"/>
                  <a:gd name="connsiteY46" fmla="*/ 529292 h 774155"/>
                  <a:gd name="connsiteX47" fmla="*/ 743415 w 880839"/>
                  <a:gd name="connsiteY47" fmla="*/ 529292 h 774155"/>
                  <a:gd name="connsiteX48" fmla="*/ 766922 w 880839"/>
                  <a:gd name="connsiteY48" fmla="*/ 531251 h 774155"/>
                  <a:gd name="connsiteX49" fmla="*/ 827648 w 880839"/>
                  <a:gd name="connsiteY49" fmla="*/ 703635 h 774155"/>
                  <a:gd name="connsiteX50" fmla="*/ 766922 w 880839"/>
                  <a:gd name="connsiteY50" fmla="*/ 738895 h 774155"/>
                  <a:gd name="connsiteX51" fmla="*/ 774758 w 880839"/>
                  <a:gd name="connsiteY51" fmla="*/ 774156 h 774155"/>
                  <a:gd name="connsiteX52" fmla="*/ 800224 w 880839"/>
                  <a:gd name="connsiteY52" fmla="*/ 766320 h 774155"/>
                  <a:gd name="connsiteX53" fmla="*/ 874662 w 880839"/>
                  <a:gd name="connsiteY53" fmla="*/ 597854 h 774155"/>
                  <a:gd name="connsiteX54" fmla="*/ 694442 w 880839"/>
                  <a:gd name="connsiteY54" fmla="*/ 115962 h 774155"/>
                  <a:gd name="connsiteX55" fmla="*/ 629798 w 880839"/>
                  <a:gd name="connsiteY55" fmla="*/ 88537 h 774155"/>
                  <a:gd name="connsiteX56" fmla="*/ 694442 w 880839"/>
                  <a:gd name="connsiteY56" fmla="*/ 51317 h 774155"/>
                  <a:gd name="connsiteX57" fmla="*/ 694442 w 880839"/>
                  <a:gd name="connsiteY57" fmla="*/ 115962 h 774155"/>
                  <a:gd name="connsiteX58" fmla="*/ 712072 w 880839"/>
                  <a:gd name="connsiteY58" fmla="*/ 231537 h 774155"/>
                  <a:gd name="connsiteX59" fmla="*/ 747333 w 880839"/>
                  <a:gd name="connsiteY59" fmla="*/ 266798 h 774155"/>
                  <a:gd name="connsiteX60" fmla="*/ 712072 w 880839"/>
                  <a:gd name="connsiteY60" fmla="*/ 302058 h 774155"/>
                  <a:gd name="connsiteX61" fmla="*/ 676812 w 880839"/>
                  <a:gd name="connsiteY61" fmla="*/ 266798 h 774155"/>
                  <a:gd name="connsiteX62" fmla="*/ 712072 w 880839"/>
                  <a:gd name="connsiteY62" fmla="*/ 231537 h 774155"/>
                  <a:gd name="connsiteX63" fmla="*/ 226262 w 880839"/>
                  <a:gd name="connsiteY63" fmla="*/ 233496 h 774155"/>
                  <a:gd name="connsiteX64" fmla="*/ 261523 w 880839"/>
                  <a:gd name="connsiteY64" fmla="*/ 268757 h 774155"/>
                  <a:gd name="connsiteX65" fmla="*/ 226262 w 880839"/>
                  <a:gd name="connsiteY65" fmla="*/ 304017 h 774155"/>
                  <a:gd name="connsiteX66" fmla="*/ 191002 w 880839"/>
                  <a:gd name="connsiteY66" fmla="*/ 268757 h 774155"/>
                  <a:gd name="connsiteX67" fmla="*/ 226262 w 880839"/>
                  <a:gd name="connsiteY67" fmla="*/ 233496 h 774155"/>
                  <a:gd name="connsiteX68" fmla="*/ 437825 w 880839"/>
                  <a:gd name="connsiteY68" fmla="*/ 550840 h 774155"/>
                  <a:gd name="connsiteX69" fmla="*/ 402564 w 880839"/>
                  <a:gd name="connsiteY69" fmla="*/ 515579 h 774155"/>
                  <a:gd name="connsiteX70" fmla="*/ 437825 w 880839"/>
                  <a:gd name="connsiteY70" fmla="*/ 480319 h 774155"/>
                  <a:gd name="connsiteX71" fmla="*/ 473085 w 880839"/>
                  <a:gd name="connsiteY71" fmla="*/ 515579 h 774155"/>
                  <a:gd name="connsiteX72" fmla="*/ 437825 w 880839"/>
                  <a:gd name="connsiteY72" fmla="*/ 550840 h 774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</a:cxnLst>
                <a:rect l="l" t="t" r="r" b="b"/>
                <a:pathLst>
                  <a:path w="880839" h="774155" extrusionOk="0">
                    <a:moveTo>
                      <a:pt x="874662" y="597854"/>
                    </a:moveTo>
                    <a:cubicBezTo>
                      <a:pt x="855073" y="535169"/>
                      <a:pt x="802182" y="497949"/>
                      <a:pt x="737538" y="495990"/>
                    </a:cubicBezTo>
                    <a:cubicBezTo>
                      <a:pt x="663100" y="495990"/>
                      <a:pt x="588661" y="495990"/>
                      <a:pt x="514222" y="495990"/>
                    </a:cubicBezTo>
                    <a:cubicBezTo>
                      <a:pt x="508346" y="495990"/>
                      <a:pt x="506387" y="494031"/>
                      <a:pt x="504428" y="490114"/>
                    </a:cubicBezTo>
                    <a:cubicBezTo>
                      <a:pt x="492674" y="460730"/>
                      <a:pt x="467209" y="443100"/>
                      <a:pt x="437825" y="443100"/>
                    </a:cubicBezTo>
                    <a:cubicBezTo>
                      <a:pt x="408441" y="443100"/>
                      <a:pt x="381016" y="460730"/>
                      <a:pt x="371222" y="490114"/>
                    </a:cubicBezTo>
                    <a:cubicBezTo>
                      <a:pt x="369263" y="494031"/>
                      <a:pt x="367304" y="495990"/>
                      <a:pt x="363386" y="495990"/>
                    </a:cubicBezTo>
                    <a:cubicBezTo>
                      <a:pt x="288948" y="495990"/>
                      <a:pt x="216468" y="495990"/>
                      <a:pt x="142029" y="495990"/>
                    </a:cubicBezTo>
                    <a:cubicBezTo>
                      <a:pt x="134194" y="495990"/>
                      <a:pt x="124399" y="495990"/>
                      <a:pt x="116563" y="494031"/>
                    </a:cubicBezTo>
                    <a:cubicBezTo>
                      <a:pt x="73467" y="484237"/>
                      <a:pt x="46043" y="458771"/>
                      <a:pt x="36248" y="415675"/>
                    </a:cubicBezTo>
                    <a:cubicBezTo>
                      <a:pt x="26453" y="372579"/>
                      <a:pt x="38207" y="337319"/>
                      <a:pt x="71508" y="307935"/>
                    </a:cubicBezTo>
                    <a:cubicBezTo>
                      <a:pt x="96974" y="286387"/>
                      <a:pt x="126358" y="282469"/>
                      <a:pt x="157701" y="284428"/>
                    </a:cubicBezTo>
                    <a:cubicBezTo>
                      <a:pt x="161618" y="292264"/>
                      <a:pt x="163577" y="300099"/>
                      <a:pt x="169454" y="305976"/>
                    </a:cubicBezTo>
                    <a:cubicBezTo>
                      <a:pt x="185125" y="327524"/>
                      <a:pt x="206673" y="339277"/>
                      <a:pt x="234098" y="337319"/>
                    </a:cubicBezTo>
                    <a:cubicBezTo>
                      <a:pt x="263482" y="335360"/>
                      <a:pt x="283071" y="317729"/>
                      <a:pt x="294824" y="290305"/>
                    </a:cubicBezTo>
                    <a:cubicBezTo>
                      <a:pt x="296783" y="286387"/>
                      <a:pt x="298742" y="284428"/>
                      <a:pt x="304619" y="284428"/>
                    </a:cubicBezTo>
                    <a:cubicBezTo>
                      <a:pt x="447619" y="284428"/>
                      <a:pt x="492674" y="284428"/>
                      <a:pt x="635675" y="284428"/>
                    </a:cubicBezTo>
                    <a:cubicBezTo>
                      <a:pt x="643511" y="284428"/>
                      <a:pt x="647428" y="286387"/>
                      <a:pt x="649387" y="294222"/>
                    </a:cubicBezTo>
                    <a:cubicBezTo>
                      <a:pt x="663100" y="331442"/>
                      <a:pt x="710114" y="349072"/>
                      <a:pt x="745374" y="331442"/>
                    </a:cubicBezTo>
                    <a:cubicBezTo>
                      <a:pt x="772799" y="317729"/>
                      <a:pt x="786511" y="294222"/>
                      <a:pt x="784552" y="262880"/>
                    </a:cubicBezTo>
                    <a:cubicBezTo>
                      <a:pt x="782593" y="233496"/>
                      <a:pt x="766922" y="211948"/>
                      <a:pt x="737538" y="200195"/>
                    </a:cubicBezTo>
                    <a:cubicBezTo>
                      <a:pt x="733620" y="198236"/>
                      <a:pt x="731662" y="196277"/>
                      <a:pt x="731662" y="190400"/>
                    </a:cubicBezTo>
                    <a:cubicBezTo>
                      <a:pt x="731662" y="133592"/>
                      <a:pt x="731662" y="76783"/>
                      <a:pt x="731662" y="19975"/>
                    </a:cubicBezTo>
                    <a:cubicBezTo>
                      <a:pt x="731662" y="18016"/>
                      <a:pt x="731662" y="14098"/>
                      <a:pt x="731662" y="12139"/>
                    </a:cubicBezTo>
                    <a:cubicBezTo>
                      <a:pt x="729703" y="2345"/>
                      <a:pt x="715990" y="-3532"/>
                      <a:pt x="704237" y="2345"/>
                    </a:cubicBezTo>
                    <a:cubicBezTo>
                      <a:pt x="665059" y="25852"/>
                      <a:pt x="623921" y="47400"/>
                      <a:pt x="584743" y="70907"/>
                    </a:cubicBezTo>
                    <a:cubicBezTo>
                      <a:pt x="576908" y="74824"/>
                      <a:pt x="572990" y="80701"/>
                      <a:pt x="574949" y="88537"/>
                    </a:cubicBezTo>
                    <a:cubicBezTo>
                      <a:pt x="574949" y="96372"/>
                      <a:pt x="580825" y="102249"/>
                      <a:pt x="588661" y="104208"/>
                    </a:cubicBezTo>
                    <a:cubicBezTo>
                      <a:pt x="623921" y="119879"/>
                      <a:pt x="659182" y="133592"/>
                      <a:pt x="694442" y="149263"/>
                    </a:cubicBezTo>
                    <a:cubicBezTo>
                      <a:pt x="696401" y="149263"/>
                      <a:pt x="698360" y="153181"/>
                      <a:pt x="698360" y="155140"/>
                    </a:cubicBezTo>
                    <a:cubicBezTo>
                      <a:pt x="698360" y="166893"/>
                      <a:pt x="698360" y="176688"/>
                      <a:pt x="698360" y="188441"/>
                    </a:cubicBezTo>
                    <a:cubicBezTo>
                      <a:pt x="698360" y="192359"/>
                      <a:pt x="696401" y="194318"/>
                      <a:pt x="692483" y="196277"/>
                    </a:cubicBezTo>
                    <a:cubicBezTo>
                      <a:pt x="670935" y="204113"/>
                      <a:pt x="657223" y="217825"/>
                      <a:pt x="649387" y="239373"/>
                    </a:cubicBezTo>
                    <a:cubicBezTo>
                      <a:pt x="647428" y="245250"/>
                      <a:pt x="645469" y="245250"/>
                      <a:pt x="639593" y="245250"/>
                    </a:cubicBezTo>
                    <a:cubicBezTo>
                      <a:pt x="496592" y="245250"/>
                      <a:pt x="449578" y="245250"/>
                      <a:pt x="306578" y="245250"/>
                    </a:cubicBezTo>
                    <a:cubicBezTo>
                      <a:pt x="300701" y="245250"/>
                      <a:pt x="296783" y="243291"/>
                      <a:pt x="294824" y="237414"/>
                    </a:cubicBezTo>
                    <a:cubicBezTo>
                      <a:pt x="277194" y="192359"/>
                      <a:pt x="218427" y="178647"/>
                      <a:pt x="183166" y="209989"/>
                    </a:cubicBezTo>
                    <a:cubicBezTo>
                      <a:pt x="173372" y="219784"/>
                      <a:pt x="165536" y="231537"/>
                      <a:pt x="161618" y="245250"/>
                    </a:cubicBezTo>
                    <a:cubicBezTo>
                      <a:pt x="155742" y="245250"/>
                      <a:pt x="151824" y="245250"/>
                      <a:pt x="145947" y="245250"/>
                    </a:cubicBezTo>
                    <a:cubicBezTo>
                      <a:pt x="126358" y="245250"/>
                      <a:pt x="108728" y="249168"/>
                      <a:pt x="89139" y="255044"/>
                    </a:cubicBezTo>
                    <a:cubicBezTo>
                      <a:pt x="22536" y="280510"/>
                      <a:pt x="-16643" y="360825"/>
                      <a:pt x="6864" y="429387"/>
                    </a:cubicBezTo>
                    <a:cubicBezTo>
                      <a:pt x="26453" y="490114"/>
                      <a:pt x="79344" y="529292"/>
                      <a:pt x="143988" y="529292"/>
                    </a:cubicBezTo>
                    <a:cubicBezTo>
                      <a:pt x="218427" y="529292"/>
                      <a:pt x="290907" y="529292"/>
                      <a:pt x="365345" y="529292"/>
                    </a:cubicBezTo>
                    <a:cubicBezTo>
                      <a:pt x="371222" y="529292"/>
                      <a:pt x="373181" y="531251"/>
                      <a:pt x="377099" y="537127"/>
                    </a:cubicBezTo>
                    <a:cubicBezTo>
                      <a:pt x="388852" y="566511"/>
                      <a:pt x="414318" y="584141"/>
                      <a:pt x="443702" y="584141"/>
                    </a:cubicBezTo>
                    <a:cubicBezTo>
                      <a:pt x="473085" y="584141"/>
                      <a:pt x="498551" y="566511"/>
                      <a:pt x="510305" y="537127"/>
                    </a:cubicBezTo>
                    <a:cubicBezTo>
                      <a:pt x="512264" y="531251"/>
                      <a:pt x="516181" y="529292"/>
                      <a:pt x="522058" y="529292"/>
                    </a:cubicBezTo>
                    <a:cubicBezTo>
                      <a:pt x="596497" y="529292"/>
                      <a:pt x="668976" y="529292"/>
                      <a:pt x="743415" y="529292"/>
                    </a:cubicBezTo>
                    <a:cubicBezTo>
                      <a:pt x="751251" y="529292"/>
                      <a:pt x="759086" y="529292"/>
                      <a:pt x="766922" y="531251"/>
                    </a:cubicBezTo>
                    <a:cubicBezTo>
                      <a:pt x="845278" y="546922"/>
                      <a:pt x="878580" y="640950"/>
                      <a:pt x="827648" y="703635"/>
                    </a:cubicBezTo>
                    <a:cubicBezTo>
                      <a:pt x="810018" y="723224"/>
                      <a:pt x="790429" y="734978"/>
                      <a:pt x="766922" y="738895"/>
                    </a:cubicBezTo>
                    <a:cubicBezTo>
                      <a:pt x="770840" y="750649"/>
                      <a:pt x="772799" y="762402"/>
                      <a:pt x="774758" y="774156"/>
                    </a:cubicBezTo>
                    <a:cubicBezTo>
                      <a:pt x="782593" y="772197"/>
                      <a:pt x="792388" y="770238"/>
                      <a:pt x="800224" y="766320"/>
                    </a:cubicBezTo>
                    <a:cubicBezTo>
                      <a:pt x="858991" y="744772"/>
                      <a:pt x="896210" y="666416"/>
                      <a:pt x="874662" y="597854"/>
                    </a:cubicBezTo>
                    <a:close/>
                    <a:moveTo>
                      <a:pt x="694442" y="115962"/>
                    </a:moveTo>
                    <a:cubicBezTo>
                      <a:pt x="672894" y="106167"/>
                      <a:pt x="651346" y="98331"/>
                      <a:pt x="629798" y="88537"/>
                    </a:cubicBezTo>
                    <a:cubicBezTo>
                      <a:pt x="651346" y="74824"/>
                      <a:pt x="672894" y="63071"/>
                      <a:pt x="694442" y="51317"/>
                    </a:cubicBezTo>
                    <a:lnTo>
                      <a:pt x="694442" y="115962"/>
                    </a:lnTo>
                    <a:close/>
                    <a:moveTo>
                      <a:pt x="712072" y="231537"/>
                    </a:moveTo>
                    <a:cubicBezTo>
                      <a:pt x="731662" y="231537"/>
                      <a:pt x="747333" y="247209"/>
                      <a:pt x="747333" y="266798"/>
                    </a:cubicBezTo>
                    <a:cubicBezTo>
                      <a:pt x="747333" y="286387"/>
                      <a:pt x="729703" y="302058"/>
                      <a:pt x="712072" y="302058"/>
                    </a:cubicBezTo>
                    <a:cubicBezTo>
                      <a:pt x="692483" y="302058"/>
                      <a:pt x="676812" y="286387"/>
                      <a:pt x="676812" y="266798"/>
                    </a:cubicBezTo>
                    <a:cubicBezTo>
                      <a:pt x="676812" y="247209"/>
                      <a:pt x="692483" y="231537"/>
                      <a:pt x="712072" y="231537"/>
                    </a:cubicBezTo>
                    <a:close/>
                    <a:moveTo>
                      <a:pt x="226262" y="233496"/>
                    </a:moveTo>
                    <a:cubicBezTo>
                      <a:pt x="245852" y="233496"/>
                      <a:pt x="261523" y="249168"/>
                      <a:pt x="261523" y="268757"/>
                    </a:cubicBezTo>
                    <a:cubicBezTo>
                      <a:pt x="261523" y="288346"/>
                      <a:pt x="245852" y="304017"/>
                      <a:pt x="226262" y="304017"/>
                    </a:cubicBezTo>
                    <a:cubicBezTo>
                      <a:pt x="206673" y="304017"/>
                      <a:pt x="191002" y="288346"/>
                      <a:pt x="191002" y="268757"/>
                    </a:cubicBezTo>
                    <a:cubicBezTo>
                      <a:pt x="191002" y="247209"/>
                      <a:pt x="206673" y="231537"/>
                      <a:pt x="226262" y="233496"/>
                    </a:cubicBezTo>
                    <a:close/>
                    <a:moveTo>
                      <a:pt x="437825" y="550840"/>
                    </a:moveTo>
                    <a:cubicBezTo>
                      <a:pt x="418236" y="550840"/>
                      <a:pt x="402564" y="535169"/>
                      <a:pt x="402564" y="515579"/>
                    </a:cubicBezTo>
                    <a:cubicBezTo>
                      <a:pt x="402564" y="495990"/>
                      <a:pt x="418236" y="480319"/>
                      <a:pt x="437825" y="480319"/>
                    </a:cubicBezTo>
                    <a:cubicBezTo>
                      <a:pt x="457414" y="480319"/>
                      <a:pt x="473085" y="495990"/>
                      <a:pt x="473085" y="515579"/>
                    </a:cubicBezTo>
                    <a:cubicBezTo>
                      <a:pt x="473085" y="535169"/>
                      <a:pt x="457414" y="550840"/>
                      <a:pt x="437825" y="550840"/>
                    </a:cubicBezTo>
                    <a:close/>
                  </a:path>
                </a:pathLst>
              </a:custGeom>
              <a:grpFill/>
              <a:ln w="194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>
                  <a:latin typeface="Arial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978193" y="5394667"/>
                <a:ext cx="324776" cy="820783"/>
              </a:xfrm>
              <a:custGeom>
                <a:avLst/>
                <a:gdLst>
                  <a:gd name="connsiteX0" fmla="*/ 256128 w 324776"/>
                  <a:gd name="connsiteY0" fmla="*/ 0 h 820783"/>
                  <a:gd name="connsiteX1" fmla="*/ 183648 w 324776"/>
                  <a:gd name="connsiteY1" fmla="*/ 72480 h 820783"/>
                  <a:gd name="connsiteX2" fmla="*/ 183648 w 324776"/>
                  <a:gd name="connsiteY2" fmla="*/ 76398 h 820783"/>
                  <a:gd name="connsiteX3" fmla="*/ 44565 w 324776"/>
                  <a:gd name="connsiteY3" fmla="*/ 156713 h 820783"/>
                  <a:gd name="connsiteX4" fmla="*/ 62195 w 324776"/>
                  <a:gd name="connsiteY4" fmla="*/ 256617 h 820783"/>
                  <a:gd name="connsiteX5" fmla="*/ 138593 w 324776"/>
                  <a:gd name="connsiteY5" fmla="*/ 356522 h 820783"/>
                  <a:gd name="connsiteX6" fmla="*/ 214990 w 324776"/>
                  <a:gd name="connsiteY6" fmla="*/ 536742 h 820783"/>
                  <a:gd name="connsiteX7" fmla="*/ 120963 w 324776"/>
                  <a:gd name="connsiteY7" fmla="*/ 695414 h 820783"/>
                  <a:gd name="connsiteX8" fmla="*/ 60237 w 324776"/>
                  <a:gd name="connsiteY8" fmla="*/ 677783 h 820783"/>
                  <a:gd name="connsiteX9" fmla="*/ 13223 w 324776"/>
                  <a:gd name="connsiteY9" fmla="*/ 707167 h 820783"/>
                  <a:gd name="connsiteX10" fmla="*/ 1469 w 324776"/>
                  <a:gd name="connsiteY10" fmla="*/ 760058 h 820783"/>
                  <a:gd name="connsiteX11" fmla="*/ 30853 w 324776"/>
                  <a:gd name="connsiteY11" fmla="*/ 807071 h 820783"/>
                  <a:gd name="connsiteX12" fmla="*/ 71990 w 324776"/>
                  <a:gd name="connsiteY12" fmla="*/ 820784 h 820783"/>
                  <a:gd name="connsiteX13" fmla="*/ 83743 w 324776"/>
                  <a:gd name="connsiteY13" fmla="*/ 820784 h 820783"/>
                  <a:gd name="connsiteX14" fmla="*/ 130757 w 324776"/>
                  <a:gd name="connsiteY14" fmla="*/ 791400 h 820783"/>
                  <a:gd name="connsiteX15" fmla="*/ 142511 w 324776"/>
                  <a:gd name="connsiteY15" fmla="*/ 738510 h 820783"/>
                  <a:gd name="connsiteX16" fmla="*/ 138593 w 324776"/>
                  <a:gd name="connsiteY16" fmla="*/ 724797 h 820783"/>
                  <a:gd name="connsiteX17" fmla="*/ 246333 w 324776"/>
                  <a:gd name="connsiteY17" fmla="*/ 538701 h 820783"/>
                  <a:gd name="connsiteX18" fmla="*/ 162100 w 324776"/>
                  <a:gd name="connsiteY18" fmla="*/ 336933 h 820783"/>
                  <a:gd name="connsiteX19" fmla="*/ 87661 w 324776"/>
                  <a:gd name="connsiteY19" fmla="*/ 238987 h 820783"/>
                  <a:gd name="connsiteX20" fmla="*/ 71990 w 324776"/>
                  <a:gd name="connsiteY20" fmla="*/ 172384 h 820783"/>
                  <a:gd name="connsiteX21" fmla="*/ 191484 w 324776"/>
                  <a:gd name="connsiteY21" fmla="*/ 111658 h 820783"/>
                  <a:gd name="connsiteX22" fmla="*/ 252210 w 324776"/>
                  <a:gd name="connsiteY22" fmla="*/ 146918 h 820783"/>
                  <a:gd name="connsiteX23" fmla="*/ 324690 w 324776"/>
                  <a:gd name="connsiteY23" fmla="*/ 74439 h 820783"/>
                  <a:gd name="connsiteX24" fmla="*/ 256128 w 324776"/>
                  <a:gd name="connsiteY24" fmla="*/ 0 h 820783"/>
                  <a:gd name="connsiteX25" fmla="*/ 105291 w 324776"/>
                  <a:gd name="connsiteY25" fmla="*/ 769852 h 820783"/>
                  <a:gd name="connsiteX26" fmla="*/ 79826 w 324776"/>
                  <a:gd name="connsiteY26" fmla="*/ 785523 h 820783"/>
                  <a:gd name="connsiteX27" fmla="*/ 50442 w 324776"/>
                  <a:gd name="connsiteY27" fmla="*/ 777688 h 820783"/>
                  <a:gd name="connsiteX28" fmla="*/ 34771 w 324776"/>
                  <a:gd name="connsiteY28" fmla="*/ 752222 h 820783"/>
                  <a:gd name="connsiteX29" fmla="*/ 42606 w 324776"/>
                  <a:gd name="connsiteY29" fmla="*/ 722838 h 820783"/>
                  <a:gd name="connsiteX30" fmla="*/ 68072 w 324776"/>
                  <a:gd name="connsiteY30" fmla="*/ 707167 h 820783"/>
                  <a:gd name="connsiteX31" fmla="*/ 73949 w 324776"/>
                  <a:gd name="connsiteY31" fmla="*/ 707167 h 820783"/>
                  <a:gd name="connsiteX32" fmla="*/ 113127 w 324776"/>
                  <a:gd name="connsiteY32" fmla="*/ 740468 h 820783"/>
                  <a:gd name="connsiteX33" fmla="*/ 105291 w 324776"/>
                  <a:gd name="connsiteY33" fmla="*/ 769852 h 820783"/>
                  <a:gd name="connsiteX34" fmla="*/ 256128 w 324776"/>
                  <a:gd name="connsiteY34" fmla="*/ 111658 h 820783"/>
                  <a:gd name="connsiteX35" fmla="*/ 216949 w 324776"/>
                  <a:gd name="connsiteY35" fmla="*/ 72480 h 820783"/>
                  <a:gd name="connsiteX36" fmla="*/ 256128 w 324776"/>
                  <a:gd name="connsiteY36" fmla="*/ 33302 h 820783"/>
                  <a:gd name="connsiteX37" fmla="*/ 295306 w 324776"/>
                  <a:gd name="connsiteY37" fmla="*/ 72480 h 820783"/>
                  <a:gd name="connsiteX38" fmla="*/ 256128 w 324776"/>
                  <a:gd name="connsiteY38" fmla="*/ 111658 h 820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324776" h="820783" extrusionOk="0">
                    <a:moveTo>
                      <a:pt x="256128" y="0"/>
                    </a:moveTo>
                    <a:cubicBezTo>
                      <a:pt x="216949" y="0"/>
                      <a:pt x="183648" y="31343"/>
                      <a:pt x="183648" y="72480"/>
                    </a:cubicBezTo>
                    <a:cubicBezTo>
                      <a:pt x="183648" y="74439"/>
                      <a:pt x="183648" y="74439"/>
                      <a:pt x="183648" y="76398"/>
                    </a:cubicBezTo>
                    <a:cubicBezTo>
                      <a:pt x="150346" y="82274"/>
                      <a:pt x="68072" y="101863"/>
                      <a:pt x="44565" y="156713"/>
                    </a:cubicBezTo>
                    <a:cubicBezTo>
                      <a:pt x="30853" y="186097"/>
                      <a:pt x="36730" y="219398"/>
                      <a:pt x="62195" y="256617"/>
                    </a:cubicBezTo>
                    <a:cubicBezTo>
                      <a:pt x="91579" y="297755"/>
                      <a:pt x="115086" y="329097"/>
                      <a:pt x="138593" y="356522"/>
                    </a:cubicBezTo>
                    <a:cubicBezTo>
                      <a:pt x="191484" y="421166"/>
                      <a:pt x="216949" y="452509"/>
                      <a:pt x="214990" y="536742"/>
                    </a:cubicBezTo>
                    <a:cubicBezTo>
                      <a:pt x="213032" y="613139"/>
                      <a:pt x="152305" y="669948"/>
                      <a:pt x="120963" y="695414"/>
                    </a:cubicBezTo>
                    <a:cubicBezTo>
                      <a:pt x="105291" y="681701"/>
                      <a:pt x="83743" y="673865"/>
                      <a:pt x="60237" y="677783"/>
                    </a:cubicBezTo>
                    <a:cubicBezTo>
                      <a:pt x="40647" y="681701"/>
                      <a:pt x="24976" y="691496"/>
                      <a:pt x="13223" y="707167"/>
                    </a:cubicBezTo>
                    <a:cubicBezTo>
                      <a:pt x="1469" y="722838"/>
                      <a:pt x="-2449" y="742427"/>
                      <a:pt x="1469" y="760058"/>
                    </a:cubicBezTo>
                    <a:cubicBezTo>
                      <a:pt x="5387" y="779647"/>
                      <a:pt x="15182" y="795318"/>
                      <a:pt x="30853" y="807071"/>
                    </a:cubicBezTo>
                    <a:cubicBezTo>
                      <a:pt x="42606" y="816866"/>
                      <a:pt x="58278" y="820784"/>
                      <a:pt x="71990" y="820784"/>
                    </a:cubicBezTo>
                    <a:cubicBezTo>
                      <a:pt x="75908" y="820784"/>
                      <a:pt x="79826" y="820784"/>
                      <a:pt x="83743" y="820784"/>
                    </a:cubicBezTo>
                    <a:cubicBezTo>
                      <a:pt x="103333" y="816866"/>
                      <a:pt x="119004" y="807071"/>
                      <a:pt x="130757" y="791400"/>
                    </a:cubicBezTo>
                    <a:cubicBezTo>
                      <a:pt x="142511" y="775729"/>
                      <a:pt x="146429" y="756140"/>
                      <a:pt x="142511" y="738510"/>
                    </a:cubicBezTo>
                    <a:cubicBezTo>
                      <a:pt x="142511" y="734592"/>
                      <a:pt x="140552" y="728715"/>
                      <a:pt x="138593" y="724797"/>
                    </a:cubicBezTo>
                    <a:cubicBezTo>
                      <a:pt x="173853" y="697372"/>
                      <a:pt x="244374" y="630769"/>
                      <a:pt x="246333" y="538701"/>
                    </a:cubicBezTo>
                    <a:cubicBezTo>
                      <a:pt x="248292" y="442714"/>
                      <a:pt x="216949" y="401577"/>
                      <a:pt x="162100" y="336933"/>
                    </a:cubicBezTo>
                    <a:cubicBezTo>
                      <a:pt x="140552" y="309508"/>
                      <a:pt x="115086" y="280124"/>
                      <a:pt x="87661" y="238987"/>
                    </a:cubicBezTo>
                    <a:cubicBezTo>
                      <a:pt x="70031" y="211562"/>
                      <a:pt x="64154" y="190014"/>
                      <a:pt x="71990" y="172384"/>
                    </a:cubicBezTo>
                    <a:cubicBezTo>
                      <a:pt x="89620" y="135165"/>
                      <a:pt x="156223" y="117535"/>
                      <a:pt x="191484" y="111658"/>
                    </a:cubicBezTo>
                    <a:cubicBezTo>
                      <a:pt x="203237" y="133206"/>
                      <a:pt x="226744" y="146918"/>
                      <a:pt x="252210" y="146918"/>
                    </a:cubicBezTo>
                    <a:cubicBezTo>
                      <a:pt x="291388" y="146918"/>
                      <a:pt x="324690" y="115576"/>
                      <a:pt x="324690" y="74439"/>
                    </a:cubicBezTo>
                    <a:cubicBezTo>
                      <a:pt x="326648" y="31343"/>
                      <a:pt x="295306" y="0"/>
                      <a:pt x="256128" y="0"/>
                    </a:cubicBezTo>
                    <a:close/>
                    <a:moveTo>
                      <a:pt x="105291" y="769852"/>
                    </a:moveTo>
                    <a:cubicBezTo>
                      <a:pt x="99415" y="777688"/>
                      <a:pt x="89620" y="783565"/>
                      <a:pt x="79826" y="785523"/>
                    </a:cubicBezTo>
                    <a:cubicBezTo>
                      <a:pt x="70031" y="787482"/>
                      <a:pt x="58278" y="785523"/>
                      <a:pt x="50442" y="777688"/>
                    </a:cubicBezTo>
                    <a:cubicBezTo>
                      <a:pt x="42606" y="771811"/>
                      <a:pt x="36730" y="762016"/>
                      <a:pt x="34771" y="752222"/>
                    </a:cubicBezTo>
                    <a:cubicBezTo>
                      <a:pt x="32812" y="742427"/>
                      <a:pt x="34771" y="730674"/>
                      <a:pt x="42606" y="722838"/>
                    </a:cubicBezTo>
                    <a:cubicBezTo>
                      <a:pt x="50442" y="715003"/>
                      <a:pt x="58278" y="709126"/>
                      <a:pt x="68072" y="707167"/>
                    </a:cubicBezTo>
                    <a:cubicBezTo>
                      <a:pt x="70031" y="707167"/>
                      <a:pt x="71990" y="707167"/>
                      <a:pt x="73949" y="707167"/>
                    </a:cubicBezTo>
                    <a:cubicBezTo>
                      <a:pt x="93538" y="707167"/>
                      <a:pt x="109209" y="720879"/>
                      <a:pt x="113127" y="740468"/>
                    </a:cubicBezTo>
                    <a:cubicBezTo>
                      <a:pt x="113127" y="750263"/>
                      <a:pt x="111168" y="760058"/>
                      <a:pt x="105291" y="769852"/>
                    </a:cubicBezTo>
                    <a:close/>
                    <a:moveTo>
                      <a:pt x="256128" y="111658"/>
                    </a:moveTo>
                    <a:cubicBezTo>
                      <a:pt x="234580" y="111658"/>
                      <a:pt x="216949" y="94028"/>
                      <a:pt x="216949" y="72480"/>
                    </a:cubicBezTo>
                    <a:cubicBezTo>
                      <a:pt x="216949" y="50932"/>
                      <a:pt x="234580" y="33302"/>
                      <a:pt x="256128" y="33302"/>
                    </a:cubicBezTo>
                    <a:cubicBezTo>
                      <a:pt x="277676" y="33302"/>
                      <a:pt x="295306" y="50932"/>
                      <a:pt x="295306" y="72480"/>
                    </a:cubicBezTo>
                    <a:cubicBezTo>
                      <a:pt x="295306" y="94028"/>
                      <a:pt x="277676" y="111658"/>
                      <a:pt x="256128" y="111658"/>
                    </a:cubicBezTo>
                    <a:close/>
                  </a:path>
                </a:pathLst>
              </a:custGeom>
              <a:grpFill/>
              <a:ln w="194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>
                  <a:latin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819923" name="Подзаголовок 22"/>
          <p:cNvSpPr>
            <a:spLocks noGrp="1"/>
          </p:cNvSpPr>
          <p:nvPr>
            <p:ph type="subTitle" idx="1"/>
          </p:nvPr>
        </p:nvSpPr>
        <p:spPr bwMode="auto">
          <a:xfrm>
            <a:off x="3935413" y="1052969"/>
            <a:ext cx="10130208" cy="215444"/>
          </a:xfrm>
        </p:spPr>
        <p:txBody>
          <a:bodyPr/>
          <a:lstStyle/>
          <a:p>
            <a:pPr>
              <a:defRPr/>
            </a:pPr>
            <a:r>
              <a:rPr lang="ru-RU"/>
              <a:t>Заголовок таблицы (14 </a:t>
            </a:r>
            <a:r>
              <a:rPr lang="en-US"/>
              <a:t>pt)</a:t>
            </a:r>
            <a:endParaRPr lang="ru-RU"/>
          </a:p>
        </p:txBody>
      </p:sp>
      <p:sp>
        <p:nvSpPr>
          <p:cNvPr id="300294221" name="Заголовок 2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graphicFrame>
        <p:nvGraphicFramePr>
          <p:cNvPr id="1941884899" name="Таблица 2"/>
          <p:cNvGraphicFramePr>
            <a:graphicFrameLocks noGrp="1"/>
          </p:cNvGraphicFramePr>
          <p:nvPr/>
        </p:nvGraphicFramePr>
        <p:xfrm>
          <a:off x="3935414" y="1513847"/>
          <a:ext cx="7921624" cy="42911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29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7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8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01034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  <a:t>Заголовок столбца, </a:t>
                      </a:r>
                      <a:b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</a:b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  <a:t>выравнивание слева</a:t>
                      </a:r>
                      <a:endParaRPr/>
                    </a:p>
                  </a:txBody>
                  <a:tcPr marL="72000" marR="5766" marT="5766" marB="5766" anchor="ctr"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  <a:t>Заголовок столбца </a:t>
                      </a:r>
                      <a:b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</a:b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  <a:t>12 </a:t>
                      </a:r>
                      <a:r>
                        <a:rPr lang="en-US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  <a:t>pt</a:t>
                      </a: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  <a:t>, выравнивание по центру</a:t>
                      </a:r>
                      <a:endParaRPr/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  <a:t>Заголовок столбца </a:t>
                      </a:r>
                      <a:b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</a:b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  <a:t>12 </a:t>
                      </a:r>
                      <a:r>
                        <a:rPr lang="en-US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  <a:t>pt</a:t>
                      </a: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  <a:t>, выравнивание по центру</a:t>
                      </a:r>
                      <a:endParaRPr/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  <a:t>Заголовок столбца </a:t>
                      </a:r>
                      <a:b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</a:b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  <a:t>12 </a:t>
                      </a:r>
                      <a:r>
                        <a:rPr lang="en-US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  <a:t>pt</a:t>
                      </a: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  <a:t>, выравнивание по центру</a:t>
                      </a:r>
                      <a:endParaRPr/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16">
                <a:tc>
                  <a:txBody>
                    <a:bodyPr/>
                    <a:lstStyle/>
                    <a:p>
                      <a:pPr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  <a:t>Перечисление названий в столбце</a:t>
                      </a:r>
                      <a:endParaRPr/>
                    </a:p>
                  </a:txBody>
                  <a:tcPr marL="72000" marR="5766" marT="5766" marB="5766" anchor="ctr"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35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3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52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16">
                <a:tc>
                  <a:txBody>
                    <a:bodyPr/>
                    <a:lstStyle/>
                    <a:p>
                      <a:pPr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  <a:t>Перечисление названий в столбце</a:t>
                      </a:r>
                      <a:endParaRPr/>
                    </a:p>
                  </a:txBody>
                  <a:tcPr marL="72000" marR="5766" marT="5766" marB="5766" anchor="ctr"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37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0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46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16">
                <a:tc>
                  <a:txBody>
                    <a:bodyPr/>
                    <a:lstStyle/>
                    <a:p>
                      <a:pPr marL="0" marR="0" lvl="0" indent="0" algn="l" defTabSz="914446" rtl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200" b="1" i="0" u="none" strike="noStrike" cap="none" spc="0">
                          <a:ln>
                            <a:noFill/>
                          </a:ln>
                          <a:solidFill>
                            <a:srgbClr val="365CA7"/>
                          </a:solidFill>
                          <a:latin typeface="Arial"/>
                          <a:ea typeface="Arial"/>
                          <a:cs typeface="+mn-cs"/>
                        </a:rPr>
                        <a:t>Перечисление названий в столбце</a:t>
                      </a:r>
                      <a:endParaRPr/>
                    </a:p>
                  </a:txBody>
                  <a:tcPr marL="72000" marR="5766" marT="5766" marB="5766" anchor="ctr"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39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5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46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16">
                <a:tc>
                  <a:txBody>
                    <a:bodyPr/>
                    <a:lstStyle/>
                    <a:p>
                      <a:pPr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  <a:t>Перечисление названий в столбце</a:t>
                      </a:r>
                      <a:endParaRPr/>
                    </a:p>
                  </a:txBody>
                  <a:tcPr marL="72000" marR="5766" marT="5766" marB="5766" anchor="ctr"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35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3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52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16">
                <a:tc>
                  <a:txBody>
                    <a:bodyPr/>
                    <a:lstStyle/>
                    <a:p>
                      <a:pPr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  <a:t>Перечисление названий в столбце</a:t>
                      </a:r>
                      <a:endParaRPr/>
                    </a:p>
                  </a:txBody>
                  <a:tcPr marL="72000" marR="5766" marT="5766" marB="5766" anchor="ctr"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37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0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46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16">
                <a:tc>
                  <a:txBody>
                    <a:bodyPr/>
                    <a:lstStyle/>
                    <a:p>
                      <a:pPr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  <a:t>Перечисление названий в столбце</a:t>
                      </a:r>
                      <a:endParaRPr/>
                    </a:p>
                  </a:txBody>
                  <a:tcPr marL="72000" marR="5766" marT="5766" marB="5766" anchor="ctr"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35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3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52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16">
                <a:tc>
                  <a:txBody>
                    <a:bodyPr/>
                    <a:lstStyle/>
                    <a:p>
                      <a:pPr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  <a:t>Перечисление названий в столбце</a:t>
                      </a:r>
                      <a:endParaRPr/>
                    </a:p>
                  </a:txBody>
                  <a:tcPr marL="72000" marR="5766" marT="5766" marB="5766" anchor="ctr"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37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0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46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16">
                <a:tc>
                  <a:txBody>
                    <a:bodyPr/>
                    <a:lstStyle/>
                    <a:p>
                      <a:pPr marL="0" marR="0" lvl="0" indent="0" algn="l" defTabSz="914446" rtl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200" b="1" i="0" u="none" strike="noStrike" cap="none" spc="0">
                          <a:ln>
                            <a:noFill/>
                          </a:ln>
                          <a:solidFill>
                            <a:srgbClr val="365CA7"/>
                          </a:solidFill>
                          <a:latin typeface="Arial"/>
                          <a:ea typeface="Arial"/>
                          <a:cs typeface="+mn-cs"/>
                        </a:rPr>
                        <a:t>Перечисление названий в столбце</a:t>
                      </a:r>
                      <a:endParaRPr/>
                    </a:p>
                  </a:txBody>
                  <a:tcPr marL="72000" marR="5766" marT="5766" marB="5766" anchor="ctr"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550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26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26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0820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800" b="1">
                          <a:solidFill>
                            <a:schemeClr val="accent5"/>
                          </a:solidFill>
                          <a:latin typeface="Arial"/>
                        </a:rPr>
                        <a:t>Выделение итога</a:t>
                      </a:r>
                      <a:endParaRPr lang="ru-RU" sz="1800" b="1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72000" marR="5766" marT="5766" marB="5766" anchor="ctr"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800" b="1">
                          <a:solidFill>
                            <a:schemeClr val="accent5"/>
                          </a:solidFill>
                          <a:latin typeface="Arial"/>
                        </a:rPr>
                        <a:t>123</a:t>
                      </a:r>
                      <a:endParaRPr lang="ru-RU" sz="1800" b="1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800" b="1">
                          <a:solidFill>
                            <a:schemeClr val="accent5"/>
                          </a:solidFill>
                          <a:latin typeface="Arial"/>
                        </a:rPr>
                        <a:t>345</a:t>
                      </a:r>
                      <a:endParaRPr lang="ru-RU" sz="1800" b="1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800" b="1">
                          <a:solidFill>
                            <a:schemeClr val="accent5"/>
                          </a:solidFill>
                          <a:latin typeface="Arial"/>
                        </a:rPr>
                        <a:t>679</a:t>
                      </a:r>
                      <a:endParaRPr lang="ru-RU" sz="1800" b="1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61036581" name="TextBox 3"/>
          <p:cNvSpPr txBox="1"/>
          <p:nvPr/>
        </p:nvSpPr>
        <p:spPr bwMode="auto">
          <a:xfrm>
            <a:off x="334963" y="1973938"/>
            <a:ext cx="2781863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  <a:defRPr/>
            </a:pPr>
            <a:r>
              <a:rPr lang="ru-RU" sz="1200">
                <a:latin typeface="Arial"/>
              </a:rPr>
              <a:t>В таблице допускается менять размеры шрифта, увеличивая или уменьшая. Минимально допустимый размер шрифта составляет 6 </a:t>
            </a:r>
            <a:r>
              <a:rPr lang="en-US" sz="1200">
                <a:latin typeface="Arial"/>
              </a:rPr>
              <a:t>pt</a:t>
            </a:r>
            <a:r>
              <a:rPr lang="ru-RU" sz="1200">
                <a:latin typeface="Arial"/>
              </a:rPr>
              <a:t>. Если вся таблица не помещается на страницу после установки минимально допустимого размера шрифта, то рекомендуется перенести продолжение таблицы на следующий слайд, повторив заголовок и шапку с описанием.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theme/theme1.xml><?xml version="1.0" encoding="utf-8"?>
<a:theme xmlns:a="http://schemas.openxmlformats.org/drawingml/2006/main" name="1_Theme1">
  <a:themeElements>
    <a:clrScheme name="МИРЭА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D7D7DD"/>
      </a:accent1>
      <a:accent2>
        <a:srgbClr val="AAAAB4"/>
      </a:accent2>
      <a:accent3>
        <a:srgbClr val="8291A2"/>
      </a:accent3>
      <a:accent4>
        <a:srgbClr val="2E2E37"/>
      </a:accent4>
      <a:accent5>
        <a:srgbClr val="365CA7"/>
      </a:accent5>
      <a:accent6>
        <a:srgbClr val="60C2CE"/>
      </a:accent6>
      <a:hlink>
        <a:srgbClr val="00B0F0"/>
      </a:hlink>
      <a:folHlink>
        <a:srgbClr val="F38B00"/>
      </a:folHlink>
    </a:clrScheme>
    <a:fontScheme name="Другая 5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ln w="9525">
          <a:solidFill>
            <a:schemeClr val="bg1">
              <a:lumMod val="50000"/>
            </a:schemeClr>
          </a:solidFill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ln w="9525">
          <a:solidFill>
            <a:schemeClr val="bg1">
              <a:lumMod val="50000"/>
            </a:schemeClr>
          </a:solidFill>
          <a:prstDash val="solid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prstGeom prst="rect">
          <a:avLst/>
        </a:prstGeom>
        <a:noFill/>
        <a:ln w="9525">
          <a:noFill/>
          <a:miter lim="800000"/>
          <a:headEnd/>
          <a:tailEnd/>
        </a:ln>
        <a:effectLst/>
      </a:spPr>
      <a:bodyPr/>
      <a:lstStyle/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255</Words>
  <Application>Microsoft Office PowerPoint</Application>
  <PresentationFormat>Широкоэкранный</PresentationFormat>
  <Paragraphs>73</Paragraphs>
  <Slides>11</Slides>
  <Notes>11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Wingdings</vt:lpstr>
      <vt:lpstr>1_Theme1</vt:lpstr>
      <vt:lpstr>oleObj</vt:lpstr>
      <vt:lpstr>Название проекта, который реализуете в рамках отчета по курсу</vt:lpstr>
      <vt:lpstr>Название проекта, который реализуете  в рамках отчета по курсу</vt:lpstr>
      <vt:lpstr>Актуальность исследования  и анализ конкурентных решений</vt:lpstr>
      <vt:lpstr>Требования к веб-приложению и его характеристика</vt:lpstr>
      <vt:lpstr>Используемый для реализации проекта технологический стек</vt:lpstr>
      <vt:lpstr>Результаты разработки и ссылка на готовое решение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HP</dc:creator>
  <cp:lastModifiedBy>Никита Дицель</cp:lastModifiedBy>
  <cp:revision>919</cp:revision>
  <dcterms:created xsi:type="dcterms:W3CDTF">2021-05-24T15:42:45Z</dcterms:created>
  <dcterms:modified xsi:type="dcterms:W3CDTF">2026-05-23T14:15:07Z</dcterms:modified>
</cp:coreProperties>
</file>